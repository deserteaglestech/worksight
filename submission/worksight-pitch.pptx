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1c8ea87422452d" /><Relationship Type="http://schemas.openxmlformats.org/officeDocument/2006/relationships/extended-properties" Target="/docProps/app.xml" Id="Rf796ad74d6d54c04" /><Relationship Type="http://schemas.openxmlformats.org/officeDocument/2006/relationships/officeDocument" Target="/ppt/presentation.xml" Id="R34d1ce0ab4e940ea" /></Relationships>
</file>

<file path=ppt/presentation.xml><?xml version="1.0" encoding="utf-8"?>
<p:presentation xmlns:p="http://schemas.openxmlformats.org/presentationml/2006/main">
  <p:sldMasterIdLst>
    <p:sldMasterId xmlns:r="http://schemas.openxmlformats.org/officeDocument/2006/relationships" id="2147483648" r:id="R0b66e625a0434a25"/>
  </p:sldMasterIdLst>
  <p:notesMasterIdLst>
    <p:notesMasterId xmlns:r="http://schemas.openxmlformats.org/officeDocument/2006/relationships" r:id="R56b9daee9e8c4a81"/>
  </p:notesMasterIdLst>
  <p:sldIdLst>
    <p:sldId xmlns:r="http://schemas.openxmlformats.org/officeDocument/2006/relationships" id="256" r:id="R15b1eaa4c4074109"/>
    <p:sldId xmlns:r="http://schemas.openxmlformats.org/officeDocument/2006/relationships" id="257" r:id="Rd9b3b1e9bde641ac"/>
    <p:sldId xmlns:r="http://schemas.openxmlformats.org/officeDocument/2006/relationships" id="258" r:id="R0b7259b9d73a4895"/>
    <p:sldId xmlns:r="http://schemas.openxmlformats.org/officeDocument/2006/relationships" id="259" r:id="R18bda303785f437f"/>
    <p:sldId xmlns:r="http://schemas.openxmlformats.org/officeDocument/2006/relationships" id="260" r:id="R72509e93dd3a4402"/>
    <p:sldId xmlns:r="http://schemas.openxmlformats.org/officeDocument/2006/relationships" id="261" r:id="R9b46b9a9196045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5a774f73c6490c" /><Relationship Type="http://schemas.openxmlformats.org/officeDocument/2006/relationships/slideMaster" Target="/ppt/slideMasters/slideMaster1.xml" Id="R0b66e625a0434a25" /><Relationship Type="http://schemas.openxmlformats.org/officeDocument/2006/relationships/notesMaster" Target="/ppt/notesMasters/notesMaster1.xml" Id="R56b9daee9e8c4a81" /><Relationship Type="http://schemas.openxmlformats.org/officeDocument/2006/relationships/presProps" Target="/ppt/presProps.xml" Id="R79eac40fad4f4e27" /><Relationship Type="http://schemas.openxmlformats.org/officeDocument/2006/relationships/tableStyles" Target="/ppt/tableStyles.xml" Id="R2d98d93c145d4e44" /><Relationship Type="http://schemas.openxmlformats.org/officeDocument/2006/relationships/slide" Target="/ppt/slides/slide1.xml" Id="R15b1eaa4c4074109" /><Relationship Type="http://schemas.openxmlformats.org/officeDocument/2006/relationships/slide" Target="/ppt/slides/slide2.xml" Id="Rd9b3b1e9bde641ac" /><Relationship Type="http://schemas.openxmlformats.org/officeDocument/2006/relationships/slide" Target="/ppt/slides/slide3.xml" Id="R0b7259b9d73a4895" /><Relationship Type="http://schemas.openxmlformats.org/officeDocument/2006/relationships/slide" Target="/ppt/slides/slide4.xml" Id="R18bda303785f437f" /><Relationship Type="http://schemas.openxmlformats.org/officeDocument/2006/relationships/slide" Target="/ppt/slides/slide5.xml" Id="R72509e93dd3a4402" /><Relationship Type="http://schemas.openxmlformats.org/officeDocument/2006/relationships/slide" Target="/ppt/slides/slide6.xml" Id="R9b46b9a9196045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9efca98806d4ce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c12406f1e94c09" /><Relationship Type="http://schemas.openxmlformats.org/officeDocument/2006/relationships/notesMaster" Target="/ppt/notesMasters/notesMaster1.xml" Id="R488f8a0012e34d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aed147545943d3" /><Relationship Type="http://schemas.openxmlformats.org/officeDocument/2006/relationships/notesMaster" Target="/ppt/notesMasters/notesMaster1.xml" Id="R90241ad98b3e4c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c67f53043e4da2" /><Relationship Type="http://schemas.openxmlformats.org/officeDocument/2006/relationships/notesMaster" Target="/ppt/notesMasters/notesMaster1.xml" Id="R71d2dffcc77648d5"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36a1f6b08144df" /><Relationship Type="http://schemas.openxmlformats.org/officeDocument/2006/relationships/notesMaster" Target="/ppt/notesMasters/notesMaster1.xml" Id="Rdc1d35a7b8144a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bf5dfd6a5446e2" /><Relationship Type="http://schemas.openxmlformats.org/officeDocument/2006/relationships/notesMaster" Target="/ppt/notesMasters/notesMaster1.xml" Id="R7e1aec6e6e5a41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20ff57852d4220" /><Relationship Type="http://schemas.openxmlformats.org/officeDocument/2006/relationships/notesMaster" Target="/ppt/notesMasters/notesMaster1.xml" Id="Rc5f3c5790b6643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asset: original synthetic image generated with ImageGen for Worksight. No real specimen or AMD execution is represented. Source repository: https://github.com/DesertEaglesTech/worksight. This deck describes the implemented web workflow and pending backend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product framing, not measured market research. Defective part illustration: ImageGen edit of the synthetic reference, adding a gouge. No defect detection or benchmark is proven by this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actual Worksight interface in demo mode, captured during profile creation and sample upload. Files are held temporarily by the demo adapter. Live persistence belongs to FastAPI. Build jobs in this recording are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UI capture. The original is synthetic and the heatmap is a hand-authored illustrative overlay for testing. The example decision is fixed regardless of upload. Processing time is null and displayed as not reported. There is no confidence percentage or hardware utilization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Worksight UI capture with model review and engineer fail recorded separately. Demo profile updates simulate version changes only, do not train a model and imply no improvement. Prior inspection retains v1 while repeat inspection uses 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as implemented in this checkout. ML/FastAPI service URL and approved contract have not been supplied. The live adapter has unit coverage and production proxy outage checks, but real inference has not been validated. Hosted demo publication was blocked by the environment approval policy. No invented hardware, speed, accuracy or improvement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d297ea63bc453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1b112b96404a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6a86f2fef44f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8efe0a1d31848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e81728c96248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5fc1f3612ed4f4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4FC2A1-5086-4600-962C-8EB9C517822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49F10D1-2823-4CE5-ADB1-5663F0E414D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5EFB76C-86AF-46BF-8A1A-15FA48F232B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5BA761-B711-41B5-BFA3-11FCA23845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025180-1D46-4C97-9432-23F55CA97FE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2D67A28-46EB-4E22-9D86-C7C965B84C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D1482D-D168-4753-A2C6-6E60980825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CE41E3C-4CAF-4E87-B1FE-AAC4E0AEDC1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F78612-4586-40E0-ACED-EF38E66E75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F6754C-88AF-4C33-BFF0-620F67B9F3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16ca75a98974e86" /><Relationship Type="http://schemas.openxmlformats.org/officeDocument/2006/relationships/slideLayout" Target="/ppt/slideLayouts/slideLayout1.xml" Id="Rd969bc745250432a" /><Relationship Type="http://schemas.openxmlformats.org/officeDocument/2006/relationships/slideLayout" Target="/ppt/slideLayouts/slideLayout2.xml" Id="R2f7ae24f51cb40a3" /><Relationship Type="http://schemas.openxmlformats.org/officeDocument/2006/relationships/slideLayout" Target="/ppt/slideLayouts/slideLayout3.xml" Id="R5f478c59e800406b" /><Relationship Type="http://schemas.openxmlformats.org/officeDocument/2006/relationships/slideLayout" Target="/ppt/slideLayouts/slideLayout4.xml" Id="R77951c6871214979" /><Relationship Type="http://schemas.openxmlformats.org/officeDocument/2006/relationships/slideLayout" Target="/ppt/slideLayouts/slideLayout5.xml" Id="Rb554ea30cc2f4b96" /><Relationship Type="http://schemas.openxmlformats.org/officeDocument/2006/relationships/slideLayout" Target="/ppt/slideLayouts/slideLayout6.xml" Id="R8ee9a6d17c524e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969bc745250432a"/>
    <p:sldLayoutId xmlns:r="http://schemas.openxmlformats.org/officeDocument/2006/relationships" id="2147483650" r:id="R2f7ae24f51cb40a3"/>
    <p:sldLayoutId xmlns:r="http://schemas.openxmlformats.org/officeDocument/2006/relationships" id="2147483651" r:id="R5f478c59e800406b"/>
    <p:sldLayoutId xmlns:r="http://schemas.openxmlformats.org/officeDocument/2006/relationships" id="2147483652" r:id="R77951c6871214979"/>
    <p:sldLayoutId xmlns:r="http://schemas.openxmlformats.org/officeDocument/2006/relationships" id="2147483653" r:id="Rb554ea30cc2f4b96"/>
    <p:sldLayoutId xmlns:r="http://schemas.openxmlformats.org/officeDocument/2006/relationships" id="2147483654" r:id="R8ee9a6d17c524e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9b8e89abba4564" /><Relationship Type="http://schemas.openxmlformats.org/officeDocument/2006/relationships/image" Target="/ppt/media/image.png" Id="Re84be4387bd64ba7" /><Relationship Type="http://schemas.openxmlformats.org/officeDocument/2006/relationships/notesSlide" Target="/ppt/notesSlides/notesSlide1.xml" Id="Rc837724f4ea54f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3a6ffb07be4c10" /><Relationship Type="http://schemas.openxmlformats.org/officeDocument/2006/relationships/image" Target="/ppt/media/image2.png" Id="R50769fdd58d34726" /><Relationship Type="http://schemas.openxmlformats.org/officeDocument/2006/relationships/notesSlide" Target="/ppt/notesSlides/notesSlide2.xml" Id="Rd6c7632f019a46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384de0d2a514888" /><Relationship Type="http://schemas.openxmlformats.org/officeDocument/2006/relationships/image" Target="/ppt/media/image.jpeg" Id="R8b23c3db49d145eb" /><Relationship Type="http://schemas.openxmlformats.org/officeDocument/2006/relationships/notesSlide" Target="/ppt/notesSlides/notesSlide3.xml" Id="R19b3063d1efd41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7a2d339ee33418d" /><Relationship Type="http://schemas.openxmlformats.org/officeDocument/2006/relationships/image" Target="/ppt/media/image2.jpeg" Id="R0dc0403ad3574971" /><Relationship Type="http://schemas.openxmlformats.org/officeDocument/2006/relationships/notesSlide" Target="/ppt/notesSlides/notesSlide4.xml" Id="Rb8f577de4f124d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6b7153fa5e44999" /><Relationship Type="http://schemas.openxmlformats.org/officeDocument/2006/relationships/image" Target="/ppt/media/image3.jpeg" Id="R38ad1f8b84934617" /><Relationship Type="http://schemas.openxmlformats.org/officeDocument/2006/relationships/notesSlide" Target="/ppt/notesSlides/notesSlide5.xml" Id="Rf317ed8866df42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dc1ee06feb04812" /><Relationship Type="http://schemas.openxmlformats.org/officeDocument/2006/relationships/notesSlide" Target="/ppt/notesSlides/notesSlide6.xml" Id="Redb9358a77e04b5e" /></Relationships>
</file>

<file path=ppt/slides/slide1.xml><?xml version="1.0" encoding="utf-8"?>
<p:sld xmlns:p="http://schemas.openxmlformats.org/presentationml/2006/main">
  <p:cSld>
    <p:bg>
      <p:bgPr>
        <a:solidFill xmlns:a="http://schemas.openxmlformats.org/drawingml/2006/main">
          <a:srgbClr val="20342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7D1FE5-1D4E-48D1-BFD5-A1A8BF53C7A0}"/>
              </a:ext>
            </a:extLst>
          </p:cNvPr>
          <p:cNvSpPr>
            <a:spLocks xmlns:a="http://schemas.openxmlformats.org/drawingml/2006/main" noGrp="1"/>
          </p:cNvSpPr>
          <p:nvPr/>
        </p:nvSpPr>
        <p:spPr>
          <a:xfrm xmlns:a="http://schemas.openxmlformats.org/drawingml/2006/main">
            <a:off x="609600" y="1238250"/>
            <a:ext cx="5238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FFFFF"/>
                </a:solidFill>
                <a:latin typeface="Arial"/>
                <a:ea typeface="Arial"/>
                <a:cs typeface="Arial"/>
              </a:defRPr>
            </a:defPPr>
            <a:lvl1pPr>
              <a:defRPr sz="7050" b="1">
                <a:solidFill>
                  <a:srgbClr val="FFFFFF"/>
                </a:solidFill>
                <a:latin typeface="Arial"/>
                <a:ea typeface="Arial"/>
                <a:cs typeface="Arial"/>
              </a:defRPr>
            </a:lvl1pPr>
            <a:lvl2pPr>
              <a:defRPr sz="7050" b="1">
                <a:solidFill>
                  <a:srgbClr val="FFFFFF"/>
                </a:solidFill>
                <a:latin typeface="Arial"/>
                <a:ea typeface="Arial"/>
                <a:cs typeface="Arial"/>
              </a:defRPr>
            </a:lvl2pPr>
            <a:lvl3pPr>
              <a:defRPr sz="7050" b="1">
                <a:solidFill>
                  <a:srgbClr val="FFFFFF"/>
                </a:solidFill>
                <a:latin typeface="Arial"/>
                <a:ea typeface="Arial"/>
                <a:cs typeface="Arial"/>
              </a:defRPr>
            </a:lvl3pPr>
            <a:lvl4pPr>
              <a:defRPr sz="7050" b="1">
                <a:solidFill>
                  <a:srgbClr val="FFFFFF"/>
                </a:solidFill>
                <a:latin typeface="Arial"/>
                <a:ea typeface="Arial"/>
                <a:cs typeface="Arial"/>
              </a:defRPr>
            </a:lvl4pPr>
            <a:lvl5pPr>
              <a:defRPr sz="7050" b="1">
                <a:solidFill>
                  <a:srgbClr val="FFFFFF"/>
                </a:solidFill>
                <a:latin typeface="Arial"/>
                <a:ea typeface="Arial"/>
                <a:cs typeface="Arial"/>
              </a:defRPr>
            </a:lvl5pPr>
            <a:lvl6pPr>
              <a:defRPr sz="7050" b="1">
                <a:solidFill>
                  <a:srgbClr val="FFFFFF"/>
                </a:solidFill>
                <a:latin typeface="Arial"/>
                <a:ea typeface="Arial"/>
                <a:cs typeface="Arial"/>
              </a:defRPr>
            </a:lvl6pPr>
            <a:lvl7pPr>
              <a:defRPr sz="7050" b="1">
                <a:solidFill>
                  <a:srgbClr val="FFFFFF"/>
                </a:solidFill>
                <a:latin typeface="Arial"/>
                <a:ea typeface="Arial"/>
                <a:cs typeface="Arial"/>
              </a:defRPr>
            </a:lvl7pPr>
            <a:lvl8pPr>
              <a:defRPr sz="7050" b="1">
                <a:solidFill>
                  <a:srgbClr val="FFFFFF"/>
                </a:solidFill>
                <a:latin typeface="Arial"/>
                <a:ea typeface="Arial"/>
                <a:cs typeface="Arial"/>
              </a:defRPr>
            </a:lvl8pPr>
            <a:lvl9pPr>
              <a:defRPr sz="7050" b="1">
                <a:solidFill>
                  <a:srgbClr val="FFFFFF"/>
                </a:solidFill>
                <a:latin typeface="Arial"/>
                <a:ea typeface="Arial"/>
                <a:cs typeface="Arial"/>
              </a:defRPr>
            </a:lvl9pPr>
          </a:lstStyle>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worksight.</a:t>
            </a:r>
          </a:p>
        </p:txBody>
      </p:sp>
      <p:sp>
        <p:nvSpPr>
          <p:cNvPr id="2" name="">
            <a:extLst xmlns:a="http://schemas.openxmlformats.org/drawingml/2006/main">
              <a:ext uri="{FF2B5EF4-FFF2-40B4-BE49-F238E27FC236}">
                <a16:creationId xmlns:a16="http://schemas.microsoft.com/office/drawing/2014/main" id="{E62F7F99-1BF9-492F-A9AA-19A1D310E854}"/>
              </a:ext>
            </a:extLst>
          </p:cNvPr>
          <p:cNvSpPr>
            <a:spLocks xmlns:a="http://schemas.openxmlformats.org/drawingml/2006/main" noGrp="1"/>
          </p:cNvSpPr>
          <p:nvPr/>
        </p:nvSpPr>
        <p:spPr>
          <a:xfrm xmlns:a="http://schemas.openxmlformats.org/drawingml/2006/main">
            <a:off x="647700" y="267652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D9F89B"/>
                </a:solidFill>
                <a:latin typeface="Arial"/>
                <a:ea typeface="Arial"/>
                <a:cs typeface="Arial"/>
              </a:defRPr>
            </a:defPPr>
            <a:lvl1pPr>
              <a:defRPr sz="2625" b="0">
                <a:solidFill>
                  <a:srgbClr val="D9F89B"/>
                </a:solidFill>
                <a:latin typeface="Arial"/>
                <a:ea typeface="Arial"/>
                <a:cs typeface="Arial"/>
              </a:defRPr>
            </a:lvl1pPr>
            <a:lvl2pPr>
              <a:defRPr sz="2625" b="0">
                <a:solidFill>
                  <a:srgbClr val="D9F89B"/>
                </a:solidFill>
                <a:latin typeface="Arial"/>
                <a:ea typeface="Arial"/>
                <a:cs typeface="Arial"/>
              </a:defRPr>
            </a:lvl2pPr>
            <a:lvl3pPr>
              <a:defRPr sz="2625" b="0">
                <a:solidFill>
                  <a:srgbClr val="D9F89B"/>
                </a:solidFill>
                <a:latin typeface="Arial"/>
                <a:ea typeface="Arial"/>
                <a:cs typeface="Arial"/>
              </a:defRPr>
            </a:lvl3pPr>
            <a:lvl4pPr>
              <a:defRPr sz="2625" b="0">
                <a:solidFill>
                  <a:srgbClr val="D9F89B"/>
                </a:solidFill>
                <a:latin typeface="Arial"/>
                <a:ea typeface="Arial"/>
                <a:cs typeface="Arial"/>
              </a:defRPr>
            </a:lvl4pPr>
            <a:lvl5pPr>
              <a:defRPr sz="2625" b="0">
                <a:solidFill>
                  <a:srgbClr val="D9F89B"/>
                </a:solidFill>
                <a:latin typeface="Arial"/>
                <a:ea typeface="Arial"/>
                <a:cs typeface="Arial"/>
              </a:defRPr>
            </a:lvl5pPr>
            <a:lvl6pPr>
              <a:defRPr sz="2625" b="0">
                <a:solidFill>
                  <a:srgbClr val="D9F89B"/>
                </a:solidFill>
                <a:latin typeface="Arial"/>
                <a:ea typeface="Arial"/>
                <a:cs typeface="Arial"/>
              </a:defRPr>
            </a:lvl6pPr>
            <a:lvl7pPr>
              <a:defRPr sz="2625" b="0">
                <a:solidFill>
                  <a:srgbClr val="D9F89B"/>
                </a:solidFill>
                <a:latin typeface="Arial"/>
                <a:ea typeface="Arial"/>
                <a:cs typeface="Arial"/>
              </a:defRPr>
            </a:lvl7pPr>
            <a:lvl8pPr>
              <a:defRPr sz="2625" b="0">
                <a:solidFill>
                  <a:srgbClr val="D9F89B"/>
                </a:solidFill>
                <a:latin typeface="Arial"/>
                <a:ea typeface="Arial"/>
                <a:cs typeface="Arial"/>
              </a:defRPr>
            </a:lvl8pPr>
            <a:lvl9pPr>
              <a:defRPr sz="2625" b="0">
                <a:solidFill>
                  <a:srgbClr val="D9F89B"/>
                </a:solidFill>
                <a:latin typeface="Arial"/>
                <a:ea typeface="Arial"/>
                <a:cs typeface="Arial"/>
              </a:defRPr>
            </a:lvl9pPr>
          </a:lstStyle>
          <a:p xmlns:a="http://schemas.openxmlformats.org/drawingml/2006/main">
            <a:pPr>
              <a:defRPr sz="2625" b="0">
                <a:solidFill>
                  <a:srgbClr val="D9F89B"/>
                </a:solidFill>
                <a:latin typeface="Arial"/>
                <a:ea typeface="Arial"/>
                <a:cs typeface="Arial"/>
              </a:defRPr>
            </a:pPr>
            <a:r>
              <a:rPr sz="2625" b="0">
                <a:solidFill>
                  <a:srgbClr val="D9F89B"/>
                </a:solidFill>
                <a:latin typeface="Arial"/>
                <a:ea typeface="Arial"/>
                <a:cs typeface="Arial"/>
              </a:rPr>
              <a:t>Industrial visual inspection</a:t>
            </a:r>
          </a:p>
        </p:txBody>
      </p:sp>
      <p:sp>
        <p:nvSpPr>
          <p:cNvPr id="3" name="">
            <a:extLst xmlns:a="http://schemas.openxmlformats.org/drawingml/2006/main">
              <a:ext uri="{FF2B5EF4-FFF2-40B4-BE49-F238E27FC236}">
                <a16:creationId xmlns:a16="http://schemas.microsoft.com/office/drawing/2014/main" id="{3C0E3F77-AA1C-40EA-88C0-569DE47065E5}"/>
              </a:ext>
            </a:extLst>
          </p:cNvPr>
          <p:cNvSpPr>
            <a:spLocks xmlns:a="http://schemas.openxmlformats.org/drawingml/2006/main" noGrp="1"/>
          </p:cNvSpPr>
          <p:nvPr/>
        </p:nvSpPr>
        <p:spPr>
          <a:xfrm xmlns:a="http://schemas.openxmlformats.org/drawingml/2006/main">
            <a:off x="647700" y="403860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C0CDBE"/>
                </a:solidFill>
                <a:latin typeface="Arial"/>
                <a:ea typeface="Arial"/>
                <a:cs typeface="Arial"/>
              </a:defRPr>
            </a:defPPr>
            <a:lvl1pPr>
              <a:defRPr sz="1950" b="0">
                <a:solidFill>
                  <a:srgbClr val="C0CDBE"/>
                </a:solidFill>
                <a:latin typeface="Arial"/>
                <a:ea typeface="Arial"/>
                <a:cs typeface="Arial"/>
              </a:defRPr>
            </a:lvl1pPr>
            <a:lvl2pPr>
              <a:defRPr sz="1950" b="0">
                <a:solidFill>
                  <a:srgbClr val="C0CDBE"/>
                </a:solidFill>
                <a:latin typeface="Arial"/>
                <a:ea typeface="Arial"/>
                <a:cs typeface="Arial"/>
              </a:defRPr>
            </a:lvl2pPr>
            <a:lvl3pPr>
              <a:defRPr sz="1950" b="0">
                <a:solidFill>
                  <a:srgbClr val="C0CDBE"/>
                </a:solidFill>
                <a:latin typeface="Arial"/>
                <a:ea typeface="Arial"/>
                <a:cs typeface="Arial"/>
              </a:defRPr>
            </a:lvl3pPr>
            <a:lvl4pPr>
              <a:defRPr sz="1950" b="0">
                <a:solidFill>
                  <a:srgbClr val="C0CDBE"/>
                </a:solidFill>
                <a:latin typeface="Arial"/>
                <a:ea typeface="Arial"/>
                <a:cs typeface="Arial"/>
              </a:defRPr>
            </a:lvl4pPr>
            <a:lvl5pPr>
              <a:defRPr sz="1950" b="0">
                <a:solidFill>
                  <a:srgbClr val="C0CDBE"/>
                </a:solidFill>
                <a:latin typeface="Arial"/>
                <a:ea typeface="Arial"/>
                <a:cs typeface="Arial"/>
              </a:defRPr>
            </a:lvl5pPr>
            <a:lvl6pPr>
              <a:defRPr sz="1950" b="0">
                <a:solidFill>
                  <a:srgbClr val="C0CDBE"/>
                </a:solidFill>
                <a:latin typeface="Arial"/>
                <a:ea typeface="Arial"/>
                <a:cs typeface="Arial"/>
              </a:defRPr>
            </a:lvl6pPr>
            <a:lvl7pPr>
              <a:defRPr sz="1950" b="0">
                <a:solidFill>
                  <a:srgbClr val="C0CDBE"/>
                </a:solidFill>
                <a:latin typeface="Arial"/>
                <a:ea typeface="Arial"/>
                <a:cs typeface="Arial"/>
              </a:defRPr>
            </a:lvl7pPr>
            <a:lvl8pPr>
              <a:defRPr sz="1950" b="0">
                <a:solidFill>
                  <a:srgbClr val="C0CDBE"/>
                </a:solidFill>
                <a:latin typeface="Arial"/>
                <a:ea typeface="Arial"/>
                <a:cs typeface="Arial"/>
              </a:defRPr>
            </a:lvl8pPr>
            <a:lvl9pPr>
              <a:defRPr sz="1950" b="0">
                <a:solidFill>
                  <a:srgbClr val="C0CDBE"/>
                </a:solidFill>
                <a:latin typeface="Arial"/>
                <a:ea typeface="Arial"/>
                <a:cs typeface="Arial"/>
              </a:defRPr>
            </a:lvl9pPr>
          </a:lstStyle>
          <a:p xmlns:a="http://schemas.openxmlformats.org/drawingml/2006/main">
            <a:pPr>
              <a:defRPr sz="1950" b="0">
                <a:solidFill>
                  <a:srgbClr val="C0CDBE"/>
                </a:solidFill>
                <a:latin typeface="Arial"/>
                <a:ea typeface="Arial"/>
                <a:cs typeface="Arial"/>
              </a:defRPr>
            </a:pPr>
            <a:r>
              <a:rPr sz="1950" b="0">
                <a:solidFill>
                  <a:srgbClr val="C0CDBE"/>
                </a:solidFill>
                <a:latin typeface="Arial"/>
                <a:ea typeface="Arial"/>
                <a:cs typeface="Arial"/>
              </a:rPr>
              <a:t>An operator workspace for the quality desk</a:t>
            </a:r>
          </a:p>
        </p:txBody>
      </p:sp>
      <p:sp>
        <p:nvSpPr>
          <p:cNvPr id="4" name="">
            <a:extLst xmlns:a="http://schemas.openxmlformats.org/drawingml/2006/main">
              <a:ext uri="{FF2B5EF4-FFF2-40B4-BE49-F238E27FC236}">
                <a16:creationId xmlns:a16="http://schemas.microsoft.com/office/drawing/2014/main" id="{25F84A92-B401-48D6-A86F-9EF974E45F7F}"/>
              </a:ext>
            </a:extLst>
          </p:cNvPr>
          <p:cNvSpPr>
            <a:spLocks xmlns:a="http://schemas.openxmlformats.org/drawingml/2006/main" noGrp="1"/>
          </p:cNvSpPr>
          <p:nvPr/>
        </p:nvSpPr>
        <p:spPr>
          <a:xfrm xmlns:a="http://schemas.openxmlformats.org/drawingml/2006/main">
            <a:off x="647700" y="6067425"/>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B4C6AB"/>
                </a:solidFill>
                <a:latin typeface="Arial"/>
                <a:ea typeface="Arial"/>
                <a:cs typeface="Arial"/>
              </a:defRPr>
            </a:defPPr>
            <a:lvl1pPr>
              <a:defRPr sz="1050" b="0">
                <a:solidFill>
                  <a:srgbClr val="B4C6AB"/>
                </a:solidFill>
                <a:latin typeface="Arial"/>
                <a:ea typeface="Arial"/>
                <a:cs typeface="Arial"/>
              </a:defRPr>
            </a:lvl1pPr>
            <a:lvl2pPr>
              <a:defRPr sz="1050" b="0">
                <a:solidFill>
                  <a:srgbClr val="B4C6AB"/>
                </a:solidFill>
                <a:latin typeface="Arial"/>
                <a:ea typeface="Arial"/>
                <a:cs typeface="Arial"/>
              </a:defRPr>
            </a:lvl2pPr>
            <a:lvl3pPr>
              <a:defRPr sz="1050" b="0">
                <a:solidFill>
                  <a:srgbClr val="B4C6AB"/>
                </a:solidFill>
                <a:latin typeface="Arial"/>
                <a:ea typeface="Arial"/>
                <a:cs typeface="Arial"/>
              </a:defRPr>
            </a:lvl3pPr>
            <a:lvl4pPr>
              <a:defRPr sz="1050" b="0">
                <a:solidFill>
                  <a:srgbClr val="B4C6AB"/>
                </a:solidFill>
                <a:latin typeface="Arial"/>
                <a:ea typeface="Arial"/>
                <a:cs typeface="Arial"/>
              </a:defRPr>
            </a:lvl4pPr>
            <a:lvl5pPr>
              <a:defRPr sz="1050" b="0">
                <a:solidFill>
                  <a:srgbClr val="B4C6AB"/>
                </a:solidFill>
                <a:latin typeface="Arial"/>
                <a:ea typeface="Arial"/>
                <a:cs typeface="Arial"/>
              </a:defRPr>
            </a:lvl5pPr>
            <a:lvl6pPr>
              <a:defRPr sz="1050" b="0">
                <a:solidFill>
                  <a:srgbClr val="B4C6AB"/>
                </a:solidFill>
                <a:latin typeface="Arial"/>
                <a:ea typeface="Arial"/>
                <a:cs typeface="Arial"/>
              </a:defRPr>
            </a:lvl6pPr>
            <a:lvl7pPr>
              <a:defRPr sz="1050" b="0">
                <a:solidFill>
                  <a:srgbClr val="B4C6AB"/>
                </a:solidFill>
                <a:latin typeface="Arial"/>
                <a:ea typeface="Arial"/>
                <a:cs typeface="Arial"/>
              </a:defRPr>
            </a:lvl7pPr>
            <a:lvl8pPr>
              <a:defRPr sz="1050" b="0">
                <a:solidFill>
                  <a:srgbClr val="B4C6AB"/>
                </a:solidFill>
                <a:latin typeface="Arial"/>
                <a:ea typeface="Arial"/>
                <a:cs typeface="Arial"/>
              </a:defRPr>
            </a:lvl8pPr>
            <a:lvl9pPr>
              <a:defRPr sz="1050" b="0">
                <a:solidFill>
                  <a:srgbClr val="B4C6AB"/>
                </a:solidFill>
                <a:latin typeface="Arial"/>
                <a:ea typeface="Arial"/>
                <a:cs typeface="Arial"/>
              </a:defRPr>
            </a:lvl9pPr>
          </a:lstStyle>
          <a:p xmlns:a="http://schemas.openxmlformats.org/drawingml/2006/main">
            <a:pPr>
              <a:defRPr sz="1050" b="0">
                <a:solidFill>
                  <a:srgbClr val="B4C6AB"/>
                </a:solidFill>
                <a:latin typeface="Arial"/>
                <a:ea typeface="Arial"/>
                <a:cs typeface="Arial"/>
              </a:defRPr>
            </a:pPr>
            <a:r>
              <a:rPr sz="1050" b="0">
                <a:solidFill>
                  <a:srgbClr val="B4C6AB"/>
                </a:solidFill>
                <a:latin typeface="Arial"/>
                <a:ea typeface="Arial"/>
                <a:cs typeface="Arial"/>
              </a:rPr>
              <a:t>SYNTHETIC DEMO / BACKEND INTEGRATION PENDING</a:t>
            </a:r>
          </a:p>
        </p:txBody>
      </p:sp>
      <p:pic>
        <p:nvPicPr>
          <p:cNvPr id="5" name="">
            <a:extLst xmlns:a="http://schemas.openxmlformats.org/drawingml/2006/main">
              <a:ext uri="{FF2B5EF4-FFF2-40B4-BE49-F238E27FC236}">
                <a16:creationId xmlns:a16="http://schemas.microsoft.com/office/drawing/2014/main" id="{9FA34596-385F-47F4-8983-8C654C8BD72F}"/>
              </a:ext>
            </a:extLst>
          </p:cNvPr>
          <p:cNvPicPr>
            <a:picLocks xmlns:a="http://schemas.openxmlformats.org/drawingml/2006/main" noChangeAspect="1"/>
          </p:cNvPicPr>
          <p:nvPr/>
        </p:nvPicPr>
        <p:blipFill>
          <a:blip xmlns:r="http://schemas.openxmlformats.org/officeDocument/2006/relationships" xmlns:a="http://schemas.openxmlformats.org/drawingml/2006/main" r:embed="Re84be4387bd64ba7"/>
          <a:srcRect xmlns:a="http://schemas.openxmlformats.org/drawingml/2006/main" l="1075" t="0" r="1075" b="0"/>
          <a:stretch xmlns:a="http://schemas.openxmlformats.org/drawingml/2006/main">
            <a:fillRect l="0" t="0" r="0" b="0"/>
          </a:stretch>
        </p:blipFill>
        <p:spPr>
          <a:xfrm xmlns:a="http://schemas.openxmlformats.org/drawingml/2006/main">
            <a:off x="6381750" y="609600"/>
            <a:ext cx="5200650" cy="5314950"/>
          </a:xfrm>
          <a:prstGeom xmlns:a="http://schemas.openxmlformats.org/drawingml/2006/main" prst="rect">
            <a:avLst/>
          </a:prstGeom>
        </p:spPr>
      </p:pic>
    </p:spTree>
    <p:extLst>
      <p:ext uri="{BB962C8B-B14F-4D97-AF65-F5344CB8AC3E}">
        <p14:creationId xmlns:p14="http://schemas.microsoft.com/office/powerpoint/2010/main" val="1019856140"/>
      </p:ext>
    </p:extLst>
  </p:cSld>
</p:sld>
</file>

<file path=ppt/slides/slide2.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875D295-C2C7-4DBF-96A4-4ACEF9694000}"/>
              </a:ext>
            </a:extLst>
          </p:cNvPr>
          <p:cNvSpPr>
            <a:spLocks xmlns:a="http://schemas.openxmlformats.org/drawingml/2006/main" noGrp="1"/>
          </p:cNvSpPr>
          <p:nvPr/>
        </p:nvSpPr>
        <p:spPr>
          <a:xfrm xmlns:a="http://schemas.openxmlformats.org/drawingml/2006/main">
            <a:off x="609600" y="4000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71816A"/>
                </a:solidFill>
                <a:latin typeface="Arial"/>
                <a:ea typeface="Arial"/>
                <a:cs typeface="Arial"/>
              </a:defRPr>
            </a:defPPr>
            <a:lvl1pPr>
              <a:defRPr sz="1200" b="1">
                <a:solidFill>
                  <a:srgbClr val="71816A"/>
                </a:solidFill>
                <a:latin typeface="Arial"/>
                <a:ea typeface="Arial"/>
                <a:cs typeface="Arial"/>
              </a:defRPr>
            </a:lvl1pPr>
            <a:lvl2pPr>
              <a:defRPr sz="1200" b="1">
                <a:solidFill>
                  <a:srgbClr val="71816A"/>
                </a:solidFill>
                <a:latin typeface="Arial"/>
                <a:ea typeface="Arial"/>
                <a:cs typeface="Arial"/>
              </a:defRPr>
            </a:lvl2pPr>
            <a:lvl3pPr>
              <a:defRPr sz="1200" b="1">
                <a:solidFill>
                  <a:srgbClr val="71816A"/>
                </a:solidFill>
                <a:latin typeface="Arial"/>
                <a:ea typeface="Arial"/>
                <a:cs typeface="Arial"/>
              </a:defRPr>
            </a:lvl3pPr>
            <a:lvl4pPr>
              <a:defRPr sz="1200" b="1">
                <a:solidFill>
                  <a:srgbClr val="71816A"/>
                </a:solidFill>
                <a:latin typeface="Arial"/>
                <a:ea typeface="Arial"/>
                <a:cs typeface="Arial"/>
              </a:defRPr>
            </a:lvl4pPr>
            <a:lvl5pPr>
              <a:defRPr sz="1200" b="1">
                <a:solidFill>
                  <a:srgbClr val="71816A"/>
                </a:solidFill>
                <a:latin typeface="Arial"/>
                <a:ea typeface="Arial"/>
                <a:cs typeface="Arial"/>
              </a:defRPr>
            </a:lvl5pPr>
            <a:lvl6pPr>
              <a:defRPr sz="1200" b="1">
                <a:solidFill>
                  <a:srgbClr val="71816A"/>
                </a:solidFill>
                <a:latin typeface="Arial"/>
                <a:ea typeface="Arial"/>
                <a:cs typeface="Arial"/>
              </a:defRPr>
            </a:lvl6pPr>
            <a:lvl7pPr>
              <a:defRPr sz="1200" b="1">
                <a:solidFill>
                  <a:srgbClr val="71816A"/>
                </a:solidFill>
                <a:latin typeface="Arial"/>
                <a:ea typeface="Arial"/>
                <a:cs typeface="Arial"/>
              </a:defRPr>
            </a:lvl7pPr>
            <a:lvl8pPr>
              <a:defRPr sz="1200" b="1">
                <a:solidFill>
                  <a:srgbClr val="71816A"/>
                </a:solidFill>
                <a:latin typeface="Arial"/>
                <a:ea typeface="Arial"/>
                <a:cs typeface="Arial"/>
              </a:defRPr>
            </a:lvl8pPr>
            <a:lvl9pPr>
              <a:defRPr sz="1200" b="1">
                <a:solidFill>
                  <a:srgbClr val="71816A"/>
                </a:solidFill>
                <a:latin typeface="Arial"/>
                <a:ea typeface="Arial"/>
                <a:cs typeface="Arial"/>
              </a:defRPr>
            </a:lvl9pPr>
          </a:lstStyle>
          <a:p xmlns:a="http://schemas.openxmlformats.org/drawingml/2006/main">
            <a:pPr>
              <a:defRPr sz="1200" b="1">
                <a:solidFill>
                  <a:srgbClr val="71816A"/>
                </a:solidFill>
                <a:latin typeface="Arial"/>
                <a:ea typeface="Arial"/>
                <a:cs typeface="Arial"/>
              </a:defRPr>
            </a:pPr>
            <a:r>
              <a:rPr sz="1200" b="1">
                <a:solidFill>
                  <a:srgbClr val="71816A"/>
                </a:solidFill>
                <a:latin typeface="Arial"/>
                <a:ea typeface="Arial"/>
                <a:cs typeface="Arial"/>
              </a:rPr>
              <a:t>THE QUALITY ENGINEER’S TASK</a:t>
            </a:r>
          </a:p>
        </p:txBody>
      </p:sp>
      <p:sp>
        <p:nvSpPr>
          <p:cNvPr id="2" name="">
            <a:extLst xmlns:a="http://schemas.openxmlformats.org/drawingml/2006/main">
              <a:ext uri="{FF2B5EF4-FFF2-40B4-BE49-F238E27FC236}">
                <a16:creationId xmlns:a16="http://schemas.microsoft.com/office/drawing/2014/main" id="{DE33E373-6F8E-464A-B014-07D191D48E23}"/>
              </a:ext>
            </a:extLst>
          </p:cNvPr>
          <p:cNvSpPr>
            <a:spLocks xmlns:a="http://schemas.openxmlformats.org/drawingml/2006/main" noGrp="1"/>
          </p:cNvSpPr>
          <p:nvPr/>
        </p:nvSpPr>
        <p:spPr>
          <a:xfrm xmlns:a="http://schemas.openxmlformats.org/drawingml/2006/main">
            <a:off x="609600" y="914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25382B"/>
                </a:solidFill>
                <a:latin typeface="Arial"/>
                <a:ea typeface="Arial"/>
                <a:cs typeface="Arial"/>
              </a:defRPr>
            </a:defPPr>
            <a:lvl1pPr>
              <a:defRPr sz="3300" b="0">
                <a:solidFill>
                  <a:srgbClr val="25382B"/>
                </a:solidFill>
                <a:latin typeface="Arial"/>
                <a:ea typeface="Arial"/>
                <a:cs typeface="Arial"/>
              </a:defRPr>
            </a:lvl1pPr>
            <a:lvl2pPr>
              <a:defRPr sz="3300" b="0">
                <a:solidFill>
                  <a:srgbClr val="25382B"/>
                </a:solidFill>
                <a:latin typeface="Arial"/>
                <a:ea typeface="Arial"/>
                <a:cs typeface="Arial"/>
              </a:defRPr>
            </a:lvl2pPr>
            <a:lvl3pPr>
              <a:defRPr sz="3300" b="0">
                <a:solidFill>
                  <a:srgbClr val="25382B"/>
                </a:solidFill>
                <a:latin typeface="Arial"/>
                <a:ea typeface="Arial"/>
                <a:cs typeface="Arial"/>
              </a:defRPr>
            </a:lvl3pPr>
            <a:lvl4pPr>
              <a:defRPr sz="3300" b="0">
                <a:solidFill>
                  <a:srgbClr val="25382B"/>
                </a:solidFill>
                <a:latin typeface="Arial"/>
                <a:ea typeface="Arial"/>
                <a:cs typeface="Arial"/>
              </a:defRPr>
            </a:lvl4pPr>
            <a:lvl5pPr>
              <a:defRPr sz="3300" b="0">
                <a:solidFill>
                  <a:srgbClr val="25382B"/>
                </a:solidFill>
                <a:latin typeface="Arial"/>
                <a:ea typeface="Arial"/>
                <a:cs typeface="Arial"/>
              </a:defRPr>
            </a:lvl5pPr>
            <a:lvl6pPr>
              <a:defRPr sz="3300" b="0">
                <a:solidFill>
                  <a:srgbClr val="25382B"/>
                </a:solidFill>
                <a:latin typeface="Arial"/>
                <a:ea typeface="Arial"/>
                <a:cs typeface="Arial"/>
              </a:defRPr>
            </a:lvl6pPr>
            <a:lvl7pPr>
              <a:defRPr sz="3300" b="0">
                <a:solidFill>
                  <a:srgbClr val="25382B"/>
                </a:solidFill>
                <a:latin typeface="Arial"/>
                <a:ea typeface="Arial"/>
                <a:cs typeface="Arial"/>
              </a:defRPr>
            </a:lvl7pPr>
            <a:lvl8pPr>
              <a:defRPr sz="3300" b="0">
                <a:solidFill>
                  <a:srgbClr val="25382B"/>
                </a:solidFill>
                <a:latin typeface="Arial"/>
                <a:ea typeface="Arial"/>
                <a:cs typeface="Arial"/>
              </a:defRPr>
            </a:lvl8pPr>
            <a:lvl9pPr>
              <a:defRPr sz="3300" b="0">
                <a:solidFill>
                  <a:srgbClr val="25382B"/>
                </a:solidFill>
                <a:latin typeface="Arial"/>
                <a:ea typeface="Arial"/>
                <a:cs typeface="Arial"/>
              </a:defRPr>
            </a:lvl9pPr>
          </a:lstStyle>
          <a:p xmlns:a="http://schemas.openxmlformats.org/drawingml/2006/main">
            <a:pPr>
              <a:defRPr sz="3300" b="0">
                <a:solidFill>
                  <a:srgbClr val="25382B"/>
                </a:solidFill>
                <a:latin typeface="Arial"/>
                <a:ea typeface="Arial"/>
                <a:cs typeface="Arial"/>
              </a:defRPr>
            </a:pPr>
            <a:r>
              <a:rPr sz="3300" b="0">
                <a:solidFill>
                  <a:srgbClr val="25382B"/>
                </a:solidFill>
                <a:latin typeface="Arial"/>
                <a:ea typeface="Arial"/>
                <a:cs typeface="Arial"/>
              </a:rPr>
              <a:t>The inspection decision</a:t>
            </a:r>
          </a:p>
        </p:txBody>
      </p:sp>
      <p:sp>
        <p:nvSpPr>
          <p:cNvPr id="3" name="">
            <a:extLst xmlns:a="http://schemas.openxmlformats.org/drawingml/2006/main">
              <a:ext uri="{FF2B5EF4-FFF2-40B4-BE49-F238E27FC236}">
                <a16:creationId xmlns:a16="http://schemas.microsoft.com/office/drawing/2014/main" id="{7B1AD50F-0AC0-40B4-8FD9-EDCCF9A4DD45}"/>
              </a:ext>
            </a:extLst>
          </p:cNvPr>
          <p:cNvSpPr>
            <a:spLocks xmlns:a="http://schemas.openxmlformats.org/drawingml/2006/main" noGrp="1"/>
          </p:cNvSpPr>
          <p:nvPr/>
        </p:nvSpPr>
        <p:spPr>
          <a:xfrm xmlns:a="http://schemas.openxmlformats.org/drawingml/2006/main">
            <a:off x="609600" y="2114550"/>
            <a:ext cx="4619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5382B"/>
                </a:solidFill>
                <a:latin typeface="Arial"/>
                <a:ea typeface="Arial"/>
                <a:cs typeface="Arial"/>
              </a:defRPr>
            </a:defPPr>
            <a:lvl1pPr>
              <a:defRPr sz="2325" b="1">
                <a:solidFill>
                  <a:srgbClr val="25382B"/>
                </a:solidFill>
                <a:latin typeface="Arial"/>
                <a:ea typeface="Arial"/>
                <a:cs typeface="Arial"/>
              </a:defRPr>
            </a:lvl1pPr>
            <a:lvl2pPr>
              <a:defRPr sz="2325" b="1">
                <a:solidFill>
                  <a:srgbClr val="25382B"/>
                </a:solidFill>
                <a:latin typeface="Arial"/>
                <a:ea typeface="Arial"/>
                <a:cs typeface="Arial"/>
              </a:defRPr>
            </a:lvl2pPr>
            <a:lvl3pPr>
              <a:defRPr sz="2325" b="1">
                <a:solidFill>
                  <a:srgbClr val="25382B"/>
                </a:solidFill>
                <a:latin typeface="Arial"/>
                <a:ea typeface="Arial"/>
                <a:cs typeface="Arial"/>
              </a:defRPr>
            </a:lvl3pPr>
            <a:lvl4pPr>
              <a:defRPr sz="2325" b="1">
                <a:solidFill>
                  <a:srgbClr val="25382B"/>
                </a:solidFill>
                <a:latin typeface="Arial"/>
                <a:ea typeface="Arial"/>
                <a:cs typeface="Arial"/>
              </a:defRPr>
            </a:lvl4pPr>
            <a:lvl5pPr>
              <a:defRPr sz="2325" b="1">
                <a:solidFill>
                  <a:srgbClr val="25382B"/>
                </a:solidFill>
                <a:latin typeface="Arial"/>
                <a:ea typeface="Arial"/>
                <a:cs typeface="Arial"/>
              </a:defRPr>
            </a:lvl5pPr>
            <a:lvl6pPr>
              <a:defRPr sz="2325" b="1">
                <a:solidFill>
                  <a:srgbClr val="25382B"/>
                </a:solidFill>
                <a:latin typeface="Arial"/>
                <a:ea typeface="Arial"/>
                <a:cs typeface="Arial"/>
              </a:defRPr>
            </a:lvl6pPr>
            <a:lvl7pPr>
              <a:defRPr sz="2325" b="1">
                <a:solidFill>
                  <a:srgbClr val="25382B"/>
                </a:solidFill>
                <a:latin typeface="Arial"/>
                <a:ea typeface="Arial"/>
                <a:cs typeface="Arial"/>
              </a:defRPr>
            </a:lvl7pPr>
            <a:lvl8pPr>
              <a:defRPr sz="2325" b="1">
                <a:solidFill>
                  <a:srgbClr val="25382B"/>
                </a:solidFill>
                <a:latin typeface="Arial"/>
                <a:ea typeface="Arial"/>
                <a:cs typeface="Arial"/>
              </a:defRPr>
            </a:lvl8pPr>
            <a:lvl9pPr>
              <a:defRPr sz="2325" b="1">
                <a:solidFill>
                  <a:srgbClr val="25382B"/>
                </a:solidFill>
                <a:latin typeface="Arial"/>
                <a:ea typeface="Arial"/>
                <a:cs typeface="Arial"/>
              </a:defRPr>
            </a:lvl9pPr>
          </a:lstStyle>
          <a:p xmlns:a="http://schemas.openxmlformats.org/drawingml/2006/main">
            <a:pPr>
              <a:defRPr sz="2325" b="1">
                <a:solidFill>
                  <a:srgbClr val="25382B"/>
                </a:solidFill>
                <a:latin typeface="Arial"/>
                <a:ea typeface="Arial"/>
                <a:cs typeface="Arial"/>
              </a:defRPr>
            </a:pPr>
            <a:r>
              <a:rPr sz="2325" b="1">
                <a:solidFill>
                  <a:srgbClr val="25382B"/>
                </a:solidFill>
                <a:latin typeface="Arial"/>
                <a:ea typeface="Arial"/>
                <a:cs typeface="Arial"/>
              </a:rPr>
              <a:t>A result needs visible evidence</a:t>
            </a:r>
          </a:p>
        </p:txBody>
      </p:sp>
      <p:sp>
        <p:nvSpPr>
          <p:cNvPr id="4" name="">
            <a:extLst xmlns:a="http://schemas.openxmlformats.org/drawingml/2006/main">
              <a:ext uri="{FF2B5EF4-FFF2-40B4-BE49-F238E27FC236}">
                <a16:creationId xmlns:a16="http://schemas.microsoft.com/office/drawing/2014/main" id="{D29D32B3-DDE2-4E26-8AC4-09257FACBFAC}"/>
              </a:ext>
            </a:extLst>
          </p:cNvPr>
          <p:cNvSpPr>
            <a:spLocks xmlns:a="http://schemas.openxmlformats.org/drawingml/2006/main" noGrp="1"/>
          </p:cNvSpPr>
          <p:nvPr/>
        </p:nvSpPr>
        <p:spPr>
          <a:xfrm xmlns:a="http://schemas.openxmlformats.org/drawingml/2006/main">
            <a:off x="609600" y="3219450"/>
            <a:ext cx="46672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71816A"/>
                </a:solidFill>
                <a:latin typeface="Arial"/>
                <a:ea typeface="Arial"/>
                <a:cs typeface="Arial"/>
              </a:defRPr>
            </a:defPPr>
            <a:lvl1pPr>
              <a:defRPr sz="2100" b="0">
                <a:solidFill>
                  <a:srgbClr val="71816A"/>
                </a:solidFill>
                <a:latin typeface="Arial"/>
                <a:ea typeface="Arial"/>
                <a:cs typeface="Arial"/>
              </a:defRPr>
            </a:lvl1pPr>
            <a:lvl2pPr>
              <a:defRPr sz="2100" b="0">
                <a:solidFill>
                  <a:srgbClr val="71816A"/>
                </a:solidFill>
                <a:latin typeface="Arial"/>
                <a:ea typeface="Arial"/>
                <a:cs typeface="Arial"/>
              </a:defRPr>
            </a:lvl2pPr>
            <a:lvl3pPr>
              <a:defRPr sz="2100" b="0">
                <a:solidFill>
                  <a:srgbClr val="71816A"/>
                </a:solidFill>
                <a:latin typeface="Arial"/>
                <a:ea typeface="Arial"/>
                <a:cs typeface="Arial"/>
              </a:defRPr>
            </a:lvl3pPr>
            <a:lvl4pPr>
              <a:defRPr sz="2100" b="0">
                <a:solidFill>
                  <a:srgbClr val="71816A"/>
                </a:solidFill>
                <a:latin typeface="Arial"/>
                <a:ea typeface="Arial"/>
                <a:cs typeface="Arial"/>
              </a:defRPr>
            </a:lvl4pPr>
            <a:lvl5pPr>
              <a:defRPr sz="2100" b="0">
                <a:solidFill>
                  <a:srgbClr val="71816A"/>
                </a:solidFill>
                <a:latin typeface="Arial"/>
                <a:ea typeface="Arial"/>
                <a:cs typeface="Arial"/>
              </a:defRPr>
            </a:lvl5pPr>
            <a:lvl6pPr>
              <a:defRPr sz="2100" b="0">
                <a:solidFill>
                  <a:srgbClr val="71816A"/>
                </a:solidFill>
                <a:latin typeface="Arial"/>
                <a:ea typeface="Arial"/>
                <a:cs typeface="Arial"/>
              </a:defRPr>
            </a:lvl6pPr>
            <a:lvl7pPr>
              <a:defRPr sz="2100" b="0">
                <a:solidFill>
                  <a:srgbClr val="71816A"/>
                </a:solidFill>
                <a:latin typeface="Arial"/>
                <a:ea typeface="Arial"/>
                <a:cs typeface="Arial"/>
              </a:defRPr>
            </a:lvl7pPr>
            <a:lvl8pPr>
              <a:defRPr sz="2100" b="0">
                <a:solidFill>
                  <a:srgbClr val="71816A"/>
                </a:solidFill>
                <a:latin typeface="Arial"/>
                <a:ea typeface="Arial"/>
                <a:cs typeface="Arial"/>
              </a:defRPr>
            </a:lvl8pPr>
            <a:lvl9pPr>
              <a:defRPr sz="2100" b="0">
                <a:solidFill>
                  <a:srgbClr val="71816A"/>
                </a:solidFill>
                <a:latin typeface="Arial"/>
                <a:ea typeface="Arial"/>
                <a:cs typeface="Arial"/>
              </a:defRPr>
            </a:lvl9pPr>
          </a:lstStyle>
          <a:p xmlns:a="http://schemas.openxmlformats.org/drawingml/2006/main">
            <a:pPr>
              <a:defRPr sz="2100" b="0">
                <a:solidFill>
                  <a:srgbClr val="71816A"/>
                </a:solidFill>
                <a:latin typeface="Arial"/>
                <a:ea typeface="Arial"/>
                <a:cs typeface="Arial"/>
              </a:defRPr>
            </a:pPr>
            <a:r>
              <a:rPr sz="2100" b="0">
                <a:solidFill>
                  <a:srgbClr val="71816A"/>
                </a:solidFill>
                <a:latin typeface="Arial"/>
                <a:ea typeface="Arial"/>
                <a:cs typeface="Arial"/>
              </a:rPr>
              <a:t>Which reference was used?</a:t>
            </a:r>
          </a:p>
          <a:p xmlns:a="http://schemas.openxmlformats.org/drawingml/2006/main">
            <a:pPr>
              <a:defRPr sz="2100" b="0">
                <a:solidFill>
                  <a:srgbClr val="71816A"/>
                </a:solidFill>
                <a:latin typeface="Arial"/>
                <a:ea typeface="Arial"/>
                <a:cs typeface="Arial"/>
              </a:defRPr>
            </a:pPr>
            <a:r>
              <a:rPr sz="2100" b="0">
                <a:solidFill>
                  <a:srgbClr val="71816A"/>
                </a:solidFill>
                <a:latin typeface="Arial"/>
                <a:ea typeface="Arial"/>
                <a:cs typeface="Arial"/>
              </a:rPr>
              <a:t>Where is the unusual region?</a:t>
            </a:r>
          </a:p>
          <a:p xmlns:a="http://schemas.openxmlformats.org/drawingml/2006/main">
            <a:pPr>
              <a:defRPr sz="2100" b="0">
                <a:solidFill>
                  <a:srgbClr val="71816A"/>
                </a:solidFill>
                <a:latin typeface="Arial"/>
                <a:ea typeface="Arial"/>
                <a:cs typeface="Arial"/>
              </a:defRPr>
            </a:pPr>
            <a:r>
              <a:rPr sz="2100" b="0">
                <a:solidFill>
                  <a:srgbClr val="71816A"/>
                </a:solidFill>
                <a:latin typeface="Arial"/>
                <a:ea typeface="Arial"/>
                <a:cs typeface="Arial"/>
              </a:rPr>
              <a:t>Does the engineer agree?</a:t>
            </a:r>
          </a:p>
        </p:txBody>
      </p:sp>
      <p:sp>
        <p:nvSpPr>
          <p:cNvPr id="5" name="">
            <a:extLst xmlns:a="http://schemas.openxmlformats.org/drawingml/2006/main">
              <a:ext uri="{FF2B5EF4-FFF2-40B4-BE49-F238E27FC236}">
                <a16:creationId xmlns:a16="http://schemas.microsoft.com/office/drawing/2014/main" id="{5F4104FF-C023-41AB-A872-7B3E1CA63ED7}"/>
              </a:ext>
            </a:extLst>
          </p:cNvPr>
          <p:cNvSpPr>
            <a:spLocks xmlns:a="http://schemas.openxmlformats.org/drawingml/2006/main" noGrp="1"/>
          </p:cNvSpPr>
          <p:nvPr/>
        </p:nvSpPr>
        <p:spPr>
          <a:xfrm xmlns:a="http://schemas.openxmlformats.org/drawingml/2006/main">
            <a:off x="609600" y="53625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25382B"/>
                </a:solidFill>
                <a:latin typeface="Arial"/>
                <a:ea typeface="Arial"/>
                <a:cs typeface="Arial"/>
              </a:defRPr>
            </a:defPPr>
            <a:lvl1pPr>
              <a:defRPr sz="2025" b="0">
                <a:solidFill>
                  <a:srgbClr val="25382B"/>
                </a:solidFill>
                <a:latin typeface="Arial"/>
                <a:ea typeface="Arial"/>
                <a:cs typeface="Arial"/>
              </a:defRPr>
            </a:lvl1pPr>
            <a:lvl2pPr>
              <a:defRPr sz="2025" b="0">
                <a:solidFill>
                  <a:srgbClr val="25382B"/>
                </a:solidFill>
                <a:latin typeface="Arial"/>
                <a:ea typeface="Arial"/>
                <a:cs typeface="Arial"/>
              </a:defRPr>
            </a:lvl2pPr>
            <a:lvl3pPr>
              <a:defRPr sz="2025" b="0">
                <a:solidFill>
                  <a:srgbClr val="25382B"/>
                </a:solidFill>
                <a:latin typeface="Arial"/>
                <a:ea typeface="Arial"/>
                <a:cs typeface="Arial"/>
              </a:defRPr>
            </a:lvl3pPr>
            <a:lvl4pPr>
              <a:defRPr sz="2025" b="0">
                <a:solidFill>
                  <a:srgbClr val="25382B"/>
                </a:solidFill>
                <a:latin typeface="Arial"/>
                <a:ea typeface="Arial"/>
                <a:cs typeface="Arial"/>
              </a:defRPr>
            </a:lvl4pPr>
            <a:lvl5pPr>
              <a:defRPr sz="2025" b="0">
                <a:solidFill>
                  <a:srgbClr val="25382B"/>
                </a:solidFill>
                <a:latin typeface="Arial"/>
                <a:ea typeface="Arial"/>
                <a:cs typeface="Arial"/>
              </a:defRPr>
            </a:lvl5pPr>
            <a:lvl6pPr>
              <a:defRPr sz="2025" b="0">
                <a:solidFill>
                  <a:srgbClr val="25382B"/>
                </a:solidFill>
                <a:latin typeface="Arial"/>
                <a:ea typeface="Arial"/>
                <a:cs typeface="Arial"/>
              </a:defRPr>
            </a:lvl6pPr>
            <a:lvl7pPr>
              <a:defRPr sz="2025" b="0">
                <a:solidFill>
                  <a:srgbClr val="25382B"/>
                </a:solidFill>
                <a:latin typeface="Arial"/>
                <a:ea typeface="Arial"/>
                <a:cs typeface="Arial"/>
              </a:defRPr>
            </a:lvl7pPr>
            <a:lvl8pPr>
              <a:defRPr sz="2025" b="0">
                <a:solidFill>
                  <a:srgbClr val="25382B"/>
                </a:solidFill>
                <a:latin typeface="Arial"/>
                <a:ea typeface="Arial"/>
                <a:cs typeface="Arial"/>
              </a:defRPr>
            </a:lvl8pPr>
            <a:lvl9pPr>
              <a:defRPr sz="2025" b="0">
                <a:solidFill>
                  <a:srgbClr val="25382B"/>
                </a:solidFill>
                <a:latin typeface="Arial"/>
                <a:ea typeface="Arial"/>
                <a:cs typeface="Arial"/>
              </a:defRPr>
            </a:lvl9pPr>
          </a:lstStyle>
          <a:p xmlns:a="http://schemas.openxmlformats.org/drawingml/2006/main">
            <a:pPr>
              <a:defRPr sz="2025" b="0">
                <a:solidFill>
                  <a:srgbClr val="25382B"/>
                </a:solidFill>
                <a:latin typeface="Arial"/>
                <a:ea typeface="Arial"/>
                <a:cs typeface="Arial"/>
              </a:defRPr>
            </a:pPr>
            <a:r>
              <a:rPr sz="2025" b="0">
                <a:solidFill>
                  <a:srgbClr val="25382B"/>
                </a:solidFill>
                <a:latin typeface="Arial"/>
                <a:ea typeface="Arial"/>
                <a:cs typeface="Arial"/>
              </a:rPr>
              <a:t>Worksight keeps that context with the image.</a:t>
            </a:r>
          </a:p>
        </p:txBody>
      </p:sp>
      <p:pic>
        <p:nvPicPr>
          <p:cNvPr id="6" name="">
            <a:extLst xmlns:a="http://schemas.openxmlformats.org/drawingml/2006/main">
              <a:ext uri="{FF2B5EF4-FFF2-40B4-BE49-F238E27FC236}">
                <a16:creationId xmlns:a16="http://schemas.microsoft.com/office/drawing/2014/main" id="{740C79BF-9DF7-4BFF-84EC-27E7EF0A3A06}"/>
              </a:ext>
            </a:extLst>
          </p:cNvPr>
          <p:cNvPicPr>
            <a:picLocks xmlns:a="http://schemas.openxmlformats.org/drawingml/2006/main" noChangeAspect="1"/>
          </p:cNvPicPr>
          <p:nvPr/>
        </p:nvPicPr>
        <p:blipFill>
          <a:blip xmlns:r="http://schemas.openxmlformats.org/officeDocument/2006/relationships" xmlns:a="http://schemas.openxmlformats.org/drawingml/2006/main" r:embed="R50769fdd58d34726"/>
          <a:srcRect xmlns:a="http://schemas.openxmlformats.org/drawingml/2006/main" l="0" t="7284" r="0" b="7284"/>
          <a:stretch xmlns:a="http://schemas.openxmlformats.org/drawingml/2006/main">
            <a:fillRect l="0" t="0" r="0" b="0"/>
          </a:stretch>
        </p:blipFill>
        <p:spPr>
          <a:xfrm xmlns:a="http://schemas.openxmlformats.org/drawingml/2006/main">
            <a:off x="6286500" y="1838325"/>
            <a:ext cx="5295900" cy="4524375"/>
          </a:xfrm>
          <a:prstGeom xmlns:a="http://schemas.openxmlformats.org/drawingml/2006/main" prst="rect">
            <a:avLst/>
          </a:prstGeom>
        </p:spPr>
      </p:pic>
    </p:spTree>
    <p:extLst>
      <p:ext uri="{BB962C8B-B14F-4D97-AF65-F5344CB8AC3E}">
        <p14:creationId xmlns:p14="http://schemas.microsoft.com/office/powerpoint/2010/main" val="1193273833"/>
      </p:ext>
    </p:extLst>
  </p:cSld>
</p:sld>
</file>

<file path=ppt/slides/slide3.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5509AB-12FE-4198-9E7E-82D5E852FE00}"/>
              </a:ext>
            </a:extLst>
          </p:cNvPr>
          <p:cNvSpPr>
            <a:spLocks xmlns:a="http://schemas.openxmlformats.org/drawingml/2006/main" noGrp="1"/>
          </p:cNvSpPr>
          <p:nvPr/>
        </p:nvSpPr>
        <p:spPr>
          <a:xfrm xmlns:a="http://schemas.openxmlformats.org/drawingml/2006/main">
            <a:off x="609600" y="4000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71816A"/>
                </a:solidFill>
                <a:latin typeface="Arial"/>
                <a:ea typeface="Arial"/>
                <a:cs typeface="Arial"/>
              </a:defRPr>
            </a:defPPr>
            <a:lvl1pPr>
              <a:defRPr sz="1200" b="1">
                <a:solidFill>
                  <a:srgbClr val="71816A"/>
                </a:solidFill>
                <a:latin typeface="Arial"/>
                <a:ea typeface="Arial"/>
                <a:cs typeface="Arial"/>
              </a:defRPr>
            </a:lvl1pPr>
            <a:lvl2pPr>
              <a:defRPr sz="1200" b="1">
                <a:solidFill>
                  <a:srgbClr val="71816A"/>
                </a:solidFill>
                <a:latin typeface="Arial"/>
                <a:ea typeface="Arial"/>
                <a:cs typeface="Arial"/>
              </a:defRPr>
            </a:lvl2pPr>
            <a:lvl3pPr>
              <a:defRPr sz="1200" b="1">
                <a:solidFill>
                  <a:srgbClr val="71816A"/>
                </a:solidFill>
                <a:latin typeface="Arial"/>
                <a:ea typeface="Arial"/>
                <a:cs typeface="Arial"/>
              </a:defRPr>
            </a:lvl3pPr>
            <a:lvl4pPr>
              <a:defRPr sz="1200" b="1">
                <a:solidFill>
                  <a:srgbClr val="71816A"/>
                </a:solidFill>
                <a:latin typeface="Arial"/>
                <a:ea typeface="Arial"/>
                <a:cs typeface="Arial"/>
              </a:defRPr>
            </a:lvl4pPr>
            <a:lvl5pPr>
              <a:defRPr sz="1200" b="1">
                <a:solidFill>
                  <a:srgbClr val="71816A"/>
                </a:solidFill>
                <a:latin typeface="Arial"/>
                <a:ea typeface="Arial"/>
                <a:cs typeface="Arial"/>
              </a:defRPr>
            </a:lvl5pPr>
            <a:lvl6pPr>
              <a:defRPr sz="1200" b="1">
                <a:solidFill>
                  <a:srgbClr val="71816A"/>
                </a:solidFill>
                <a:latin typeface="Arial"/>
                <a:ea typeface="Arial"/>
                <a:cs typeface="Arial"/>
              </a:defRPr>
            </a:lvl6pPr>
            <a:lvl7pPr>
              <a:defRPr sz="1200" b="1">
                <a:solidFill>
                  <a:srgbClr val="71816A"/>
                </a:solidFill>
                <a:latin typeface="Arial"/>
                <a:ea typeface="Arial"/>
                <a:cs typeface="Arial"/>
              </a:defRPr>
            </a:lvl7pPr>
            <a:lvl8pPr>
              <a:defRPr sz="1200" b="1">
                <a:solidFill>
                  <a:srgbClr val="71816A"/>
                </a:solidFill>
                <a:latin typeface="Arial"/>
                <a:ea typeface="Arial"/>
                <a:cs typeface="Arial"/>
              </a:defRPr>
            </a:lvl8pPr>
            <a:lvl9pPr>
              <a:defRPr sz="1200" b="1">
                <a:solidFill>
                  <a:srgbClr val="71816A"/>
                </a:solidFill>
                <a:latin typeface="Arial"/>
                <a:ea typeface="Arial"/>
                <a:cs typeface="Arial"/>
              </a:defRPr>
            </a:lvl9pPr>
          </a:lstStyle>
          <a:p xmlns:a="http://schemas.openxmlformats.org/drawingml/2006/main">
            <a:pPr>
              <a:defRPr sz="1200" b="1">
                <a:solidFill>
                  <a:srgbClr val="71816A"/>
                </a:solidFill>
                <a:latin typeface="Arial"/>
                <a:ea typeface="Arial"/>
                <a:cs typeface="Arial"/>
              </a:defRPr>
            </a:pPr>
            <a:r>
              <a:rPr sz="1200" b="1">
                <a:solidFill>
                  <a:srgbClr val="71816A"/>
                </a:solidFill>
                <a:latin typeface="Arial"/>
                <a:ea typeface="Arial"/>
                <a:cs typeface="Arial"/>
              </a:rPr>
              <a:t>REFERENCE PROFILES</a:t>
            </a:r>
          </a:p>
        </p:txBody>
      </p:sp>
      <p:sp>
        <p:nvSpPr>
          <p:cNvPr id="2" name="">
            <a:extLst xmlns:a="http://schemas.openxmlformats.org/drawingml/2006/main">
              <a:ext uri="{FF2B5EF4-FFF2-40B4-BE49-F238E27FC236}">
                <a16:creationId xmlns:a16="http://schemas.microsoft.com/office/drawing/2014/main" id="{E6090FED-79B3-4FBA-9CDE-0C0328643880}"/>
              </a:ext>
            </a:extLst>
          </p:cNvPr>
          <p:cNvSpPr>
            <a:spLocks xmlns:a="http://schemas.openxmlformats.org/drawingml/2006/main" noGrp="1"/>
          </p:cNvSpPr>
          <p:nvPr/>
        </p:nvSpPr>
        <p:spPr>
          <a:xfrm xmlns:a="http://schemas.openxmlformats.org/drawingml/2006/main">
            <a:off x="609600" y="914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25382B"/>
                </a:solidFill>
                <a:latin typeface="Arial"/>
                <a:ea typeface="Arial"/>
                <a:cs typeface="Arial"/>
              </a:defRPr>
            </a:defPPr>
            <a:lvl1pPr>
              <a:defRPr sz="3300" b="0">
                <a:solidFill>
                  <a:srgbClr val="25382B"/>
                </a:solidFill>
                <a:latin typeface="Arial"/>
                <a:ea typeface="Arial"/>
                <a:cs typeface="Arial"/>
              </a:defRPr>
            </a:lvl1pPr>
            <a:lvl2pPr>
              <a:defRPr sz="3300" b="0">
                <a:solidFill>
                  <a:srgbClr val="25382B"/>
                </a:solidFill>
                <a:latin typeface="Arial"/>
                <a:ea typeface="Arial"/>
                <a:cs typeface="Arial"/>
              </a:defRPr>
            </a:lvl2pPr>
            <a:lvl3pPr>
              <a:defRPr sz="3300" b="0">
                <a:solidFill>
                  <a:srgbClr val="25382B"/>
                </a:solidFill>
                <a:latin typeface="Arial"/>
                <a:ea typeface="Arial"/>
                <a:cs typeface="Arial"/>
              </a:defRPr>
            </a:lvl3pPr>
            <a:lvl4pPr>
              <a:defRPr sz="3300" b="0">
                <a:solidFill>
                  <a:srgbClr val="25382B"/>
                </a:solidFill>
                <a:latin typeface="Arial"/>
                <a:ea typeface="Arial"/>
                <a:cs typeface="Arial"/>
              </a:defRPr>
            </a:lvl4pPr>
            <a:lvl5pPr>
              <a:defRPr sz="3300" b="0">
                <a:solidFill>
                  <a:srgbClr val="25382B"/>
                </a:solidFill>
                <a:latin typeface="Arial"/>
                <a:ea typeface="Arial"/>
                <a:cs typeface="Arial"/>
              </a:defRPr>
            </a:lvl5pPr>
            <a:lvl6pPr>
              <a:defRPr sz="3300" b="0">
                <a:solidFill>
                  <a:srgbClr val="25382B"/>
                </a:solidFill>
                <a:latin typeface="Arial"/>
                <a:ea typeface="Arial"/>
                <a:cs typeface="Arial"/>
              </a:defRPr>
            </a:lvl6pPr>
            <a:lvl7pPr>
              <a:defRPr sz="3300" b="0">
                <a:solidFill>
                  <a:srgbClr val="25382B"/>
                </a:solidFill>
                <a:latin typeface="Arial"/>
                <a:ea typeface="Arial"/>
                <a:cs typeface="Arial"/>
              </a:defRPr>
            </a:lvl7pPr>
            <a:lvl8pPr>
              <a:defRPr sz="3300" b="0">
                <a:solidFill>
                  <a:srgbClr val="25382B"/>
                </a:solidFill>
                <a:latin typeface="Arial"/>
                <a:ea typeface="Arial"/>
                <a:cs typeface="Arial"/>
              </a:defRPr>
            </a:lvl8pPr>
            <a:lvl9pPr>
              <a:defRPr sz="3300" b="0">
                <a:solidFill>
                  <a:srgbClr val="25382B"/>
                </a:solidFill>
                <a:latin typeface="Arial"/>
                <a:ea typeface="Arial"/>
                <a:cs typeface="Arial"/>
              </a:defRPr>
            </a:lvl9pPr>
          </a:lstStyle>
          <a:p xmlns:a="http://schemas.openxmlformats.org/drawingml/2006/main">
            <a:pPr>
              <a:defRPr sz="3300" b="0">
                <a:solidFill>
                  <a:srgbClr val="25382B"/>
                </a:solidFill>
                <a:latin typeface="Arial"/>
                <a:ea typeface="Arial"/>
                <a:cs typeface="Arial"/>
              </a:defRPr>
            </a:pPr>
            <a:r>
              <a:rPr sz="3300" b="0">
                <a:solidFill>
                  <a:srgbClr val="25382B"/>
                </a:solidFill>
                <a:latin typeface="Arial"/>
                <a:ea typeface="Arial"/>
                <a:cs typeface="Arial"/>
              </a:rPr>
              <a:t>A reference for each part</a:t>
            </a:r>
          </a:p>
        </p:txBody>
      </p:sp>
      <p:sp>
        <p:nvSpPr>
          <p:cNvPr id="3" name="">
            <a:extLst xmlns:a="http://schemas.openxmlformats.org/drawingml/2006/main">
              <a:ext uri="{FF2B5EF4-FFF2-40B4-BE49-F238E27FC236}">
                <a16:creationId xmlns:a16="http://schemas.microsoft.com/office/drawing/2014/main" id="{A2DEAA5C-ED83-4C54-B585-74DE7425FF16}"/>
              </a:ext>
            </a:extLst>
          </p:cNvPr>
          <p:cNvSpPr>
            <a:spLocks xmlns:a="http://schemas.openxmlformats.org/drawingml/2006/main" noGrp="1"/>
          </p:cNvSpPr>
          <p:nvPr/>
        </p:nvSpPr>
        <p:spPr>
          <a:xfrm xmlns:a="http://schemas.openxmlformats.org/drawingml/2006/main">
            <a:off x="609600" y="2124075"/>
            <a:ext cx="4143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5382B"/>
                </a:solidFill>
                <a:latin typeface="Arial"/>
                <a:ea typeface="Arial"/>
                <a:cs typeface="Arial"/>
              </a:defRPr>
            </a:defPPr>
            <a:lvl1pPr>
              <a:defRPr sz="2325" b="1">
                <a:solidFill>
                  <a:srgbClr val="25382B"/>
                </a:solidFill>
                <a:latin typeface="Arial"/>
                <a:ea typeface="Arial"/>
                <a:cs typeface="Arial"/>
              </a:defRPr>
            </a:lvl1pPr>
            <a:lvl2pPr>
              <a:defRPr sz="2325" b="1">
                <a:solidFill>
                  <a:srgbClr val="25382B"/>
                </a:solidFill>
                <a:latin typeface="Arial"/>
                <a:ea typeface="Arial"/>
                <a:cs typeface="Arial"/>
              </a:defRPr>
            </a:lvl2pPr>
            <a:lvl3pPr>
              <a:defRPr sz="2325" b="1">
                <a:solidFill>
                  <a:srgbClr val="25382B"/>
                </a:solidFill>
                <a:latin typeface="Arial"/>
                <a:ea typeface="Arial"/>
                <a:cs typeface="Arial"/>
              </a:defRPr>
            </a:lvl3pPr>
            <a:lvl4pPr>
              <a:defRPr sz="2325" b="1">
                <a:solidFill>
                  <a:srgbClr val="25382B"/>
                </a:solidFill>
                <a:latin typeface="Arial"/>
                <a:ea typeface="Arial"/>
                <a:cs typeface="Arial"/>
              </a:defRPr>
            </a:lvl4pPr>
            <a:lvl5pPr>
              <a:defRPr sz="2325" b="1">
                <a:solidFill>
                  <a:srgbClr val="25382B"/>
                </a:solidFill>
                <a:latin typeface="Arial"/>
                <a:ea typeface="Arial"/>
                <a:cs typeface="Arial"/>
              </a:defRPr>
            </a:lvl5pPr>
            <a:lvl6pPr>
              <a:defRPr sz="2325" b="1">
                <a:solidFill>
                  <a:srgbClr val="25382B"/>
                </a:solidFill>
                <a:latin typeface="Arial"/>
                <a:ea typeface="Arial"/>
                <a:cs typeface="Arial"/>
              </a:defRPr>
            </a:lvl6pPr>
            <a:lvl7pPr>
              <a:defRPr sz="2325" b="1">
                <a:solidFill>
                  <a:srgbClr val="25382B"/>
                </a:solidFill>
                <a:latin typeface="Arial"/>
                <a:ea typeface="Arial"/>
                <a:cs typeface="Arial"/>
              </a:defRPr>
            </a:lvl7pPr>
            <a:lvl8pPr>
              <a:defRPr sz="2325" b="1">
                <a:solidFill>
                  <a:srgbClr val="25382B"/>
                </a:solidFill>
                <a:latin typeface="Arial"/>
                <a:ea typeface="Arial"/>
                <a:cs typeface="Arial"/>
              </a:defRPr>
            </a:lvl8pPr>
            <a:lvl9pPr>
              <a:defRPr sz="2325" b="1">
                <a:solidFill>
                  <a:srgbClr val="25382B"/>
                </a:solidFill>
                <a:latin typeface="Arial"/>
                <a:ea typeface="Arial"/>
                <a:cs typeface="Arial"/>
              </a:defRPr>
            </a:lvl9pPr>
          </a:lstStyle>
          <a:p xmlns:a="http://schemas.openxmlformats.org/drawingml/2006/main">
            <a:pPr>
              <a:defRPr sz="2325" b="1">
                <a:solidFill>
                  <a:srgbClr val="25382B"/>
                </a:solidFill>
                <a:latin typeface="Arial"/>
                <a:ea typeface="Arial"/>
                <a:cs typeface="Arial"/>
              </a:defRPr>
            </a:pPr>
            <a:r>
              <a:rPr sz="2325" b="1">
                <a:solidFill>
                  <a:srgbClr val="25382B"/>
                </a:solidFill>
                <a:latin typeface="Arial"/>
                <a:ea typeface="Arial"/>
                <a:cs typeface="Arial"/>
              </a:rPr>
              <a:t>Create a profile for the part and camera view.</a:t>
            </a:r>
          </a:p>
        </p:txBody>
      </p:sp>
      <p:sp>
        <p:nvSpPr>
          <p:cNvPr id="4" name="">
            <a:extLst xmlns:a="http://schemas.openxmlformats.org/drawingml/2006/main">
              <a:ext uri="{FF2B5EF4-FFF2-40B4-BE49-F238E27FC236}">
                <a16:creationId xmlns:a16="http://schemas.microsoft.com/office/drawing/2014/main" id="{FA2A152D-320E-4FE5-8971-FCEF8C5626C4}"/>
              </a:ext>
            </a:extLst>
          </p:cNvPr>
          <p:cNvSpPr>
            <a:spLocks xmlns:a="http://schemas.openxmlformats.org/drawingml/2006/main" noGrp="1"/>
          </p:cNvSpPr>
          <p:nvPr/>
        </p:nvSpPr>
        <p:spPr>
          <a:xfrm xmlns:a="http://schemas.openxmlformats.org/drawingml/2006/main">
            <a:off x="609600" y="3609975"/>
            <a:ext cx="4143375"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71816A"/>
                </a:solidFill>
                <a:latin typeface="Arial"/>
                <a:ea typeface="Arial"/>
                <a:cs typeface="Arial"/>
              </a:defRPr>
            </a:defPPr>
            <a:lvl1pPr>
              <a:defRPr sz="2025" b="0">
                <a:solidFill>
                  <a:srgbClr val="71816A"/>
                </a:solidFill>
                <a:latin typeface="Arial"/>
                <a:ea typeface="Arial"/>
                <a:cs typeface="Arial"/>
              </a:defRPr>
            </a:lvl1pPr>
            <a:lvl2pPr>
              <a:defRPr sz="2025" b="0">
                <a:solidFill>
                  <a:srgbClr val="71816A"/>
                </a:solidFill>
                <a:latin typeface="Arial"/>
                <a:ea typeface="Arial"/>
                <a:cs typeface="Arial"/>
              </a:defRPr>
            </a:lvl2pPr>
            <a:lvl3pPr>
              <a:defRPr sz="2025" b="0">
                <a:solidFill>
                  <a:srgbClr val="71816A"/>
                </a:solidFill>
                <a:latin typeface="Arial"/>
                <a:ea typeface="Arial"/>
                <a:cs typeface="Arial"/>
              </a:defRPr>
            </a:lvl3pPr>
            <a:lvl4pPr>
              <a:defRPr sz="2025" b="0">
                <a:solidFill>
                  <a:srgbClr val="71816A"/>
                </a:solidFill>
                <a:latin typeface="Arial"/>
                <a:ea typeface="Arial"/>
                <a:cs typeface="Arial"/>
              </a:defRPr>
            </a:lvl4pPr>
            <a:lvl5pPr>
              <a:defRPr sz="2025" b="0">
                <a:solidFill>
                  <a:srgbClr val="71816A"/>
                </a:solidFill>
                <a:latin typeface="Arial"/>
                <a:ea typeface="Arial"/>
                <a:cs typeface="Arial"/>
              </a:defRPr>
            </a:lvl5pPr>
            <a:lvl6pPr>
              <a:defRPr sz="2025" b="0">
                <a:solidFill>
                  <a:srgbClr val="71816A"/>
                </a:solidFill>
                <a:latin typeface="Arial"/>
                <a:ea typeface="Arial"/>
                <a:cs typeface="Arial"/>
              </a:defRPr>
            </a:lvl6pPr>
            <a:lvl7pPr>
              <a:defRPr sz="2025" b="0">
                <a:solidFill>
                  <a:srgbClr val="71816A"/>
                </a:solidFill>
                <a:latin typeface="Arial"/>
                <a:ea typeface="Arial"/>
                <a:cs typeface="Arial"/>
              </a:defRPr>
            </a:lvl7pPr>
            <a:lvl8pPr>
              <a:defRPr sz="2025" b="0">
                <a:solidFill>
                  <a:srgbClr val="71816A"/>
                </a:solidFill>
                <a:latin typeface="Arial"/>
                <a:ea typeface="Arial"/>
                <a:cs typeface="Arial"/>
              </a:defRPr>
            </a:lvl8pPr>
            <a:lvl9pPr>
              <a:defRPr sz="2025" b="0">
                <a:solidFill>
                  <a:srgbClr val="71816A"/>
                </a:solidFill>
                <a:latin typeface="Arial"/>
                <a:ea typeface="Arial"/>
                <a:cs typeface="Arial"/>
              </a:defRPr>
            </a:lvl9pPr>
          </a:lstStyle>
          <a:p xmlns:a="http://schemas.openxmlformats.org/drawingml/2006/main">
            <a:pPr>
              <a:defRPr sz="2025" b="0">
                <a:solidFill>
                  <a:srgbClr val="71816A"/>
                </a:solidFill>
                <a:latin typeface="Arial"/>
                <a:ea typeface="Arial"/>
                <a:cs typeface="Arial"/>
              </a:defRPr>
            </a:pPr>
            <a:r>
              <a:rPr sz="2025" b="0">
                <a:solidFill>
                  <a:srgbClr val="71816A"/>
                </a:solidFill>
                <a:latin typeface="Arial"/>
                <a:ea typeface="Arial"/>
                <a:cs typeface="Arial"/>
              </a:rPr>
              <a:t>Preview the known-good samples before upload.</a:t>
            </a:r>
          </a:p>
          <a:p xmlns:a="http://schemas.openxmlformats.org/drawingml/2006/main">
            <a:r>
              <a:t/>
            </a:r>
          </a:p>
          <a:p xmlns:a="http://schemas.openxmlformats.org/drawingml/2006/main">
            <a:pPr>
              <a:defRPr sz="2025" b="0">
                <a:solidFill>
                  <a:srgbClr val="71816A"/>
                </a:solidFill>
                <a:latin typeface="Arial"/>
                <a:ea typeface="Arial"/>
                <a:cs typeface="Arial"/>
              </a:defRPr>
            </a:pPr>
            <a:r>
              <a:rPr sz="2025" b="0">
                <a:solidFill>
                  <a:srgbClr val="71816A"/>
                </a:solidFill>
                <a:latin typeface="Arial"/>
                <a:ea typeface="Arial"/>
                <a:cs typeface="Arial"/>
              </a:rPr>
              <a:t>Build status comes from the job API.</a:t>
            </a:r>
          </a:p>
        </p:txBody>
      </p:sp>
      <p:pic>
        <p:nvPicPr>
          <p:cNvPr id="5" name="">
            <a:extLst xmlns:a="http://schemas.openxmlformats.org/drawingml/2006/main">
              <a:ext uri="{FF2B5EF4-FFF2-40B4-BE49-F238E27FC236}">
                <a16:creationId xmlns:a16="http://schemas.microsoft.com/office/drawing/2014/main" id="{38555464-4416-44BD-B4F4-6B112E0DC6C5}"/>
              </a:ext>
            </a:extLst>
          </p:cNvPr>
          <p:cNvPicPr>
            <a:picLocks xmlns:a="http://schemas.openxmlformats.org/drawingml/2006/main" noChangeAspect="1"/>
          </p:cNvPicPr>
          <p:nvPr/>
        </p:nvPicPr>
        <p:blipFill>
          <a:blip xmlns:r="http://schemas.openxmlformats.org/officeDocument/2006/relationships" xmlns:a="http://schemas.openxmlformats.org/drawingml/2006/main" r:embed="R8b23c3db49d145eb"/>
          <a:stretch xmlns:a="http://schemas.openxmlformats.org/drawingml/2006/main"/>
        </p:blipFill>
        <p:spPr>
          <a:xfrm xmlns:a="http://schemas.openxmlformats.org/drawingml/2006/main">
            <a:off x="6970064" y="1828800"/>
            <a:ext cx="2881023" cy="4476750"/>
          </a:xfrm>
          <a:prstGeom xmlns:a="http://schemas.openxmlformats.org/drawingml/2006/main" prst="rect">
            <a:avLst/>
          </a:prstGeom>
        </p:spPr>
      </p:pic>
    </p:spTree>
    <p:extLst>
      <p:ext uri="{BB962C8B-B14F-4D97-AF65-F5344CB8AC3E}">
        <p14:creationId xmlns:p14="http://schemas.microsoft.com/office/powerpoint/2010/main" val="912773018"/>
      </p:ext>
    </p:extLst>
  </p:cSld>
</p:sld>
</file>

<file path=ppt/slides/slide4.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866D6F-5666-4532-96EE-E9AB7DEAEDD7}"/>
              </a:ext>
            </a:extLst>
          </p:cNvPr>
          <p:cNvSpPr>
            <a:spLocks xmlns:a="http://schemas.openxmlformats.org/drawingml/2006/main" noGrp="1"/>
          </p:cNvSpPr>
          <p:nvPr/>
        </p:nvSpPr>
        <p:spPr>
          <a:xfrm xmlns:a="http://schemas.openxmlformats.org/drawingml/2006/main">
            <a:off x="609600" y="4000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71816A"/>
                </a:solidFill>
                <a:latin typeface="Arial"/>
                <a:ea typeface="Arial"/>
                <a:cs typeface="Arial"/>
              </a:defRPr>
            </a:defPPr>
            <a:lvl1pPr>
              <a:defRPr sz="1200" b="1">
                <a:solidFill>
                  <a:srgbClr val="71816A"/>
                </a:solidFill>
                <a:latin typeface="Arial"/>
                <a:ea typeface="Arial"/>
                <a:cs typeface="Arial"/>
              </a:defRPr>
            </a:lvl1pPr>
            <a:lvl2pPr>
              <a:defRPr sz="1200" b="1">
                <a:solidFill>
                  <a:srgbClr val="71816A"/>
                </a:solidFill>
                <a:latin typeface="Arial"/>
                <a:ea typeface="Arial"/>
                <a:cs typeface="Arial"/>
              </a:defRPr>
            </a:lvl2pPr>
            <a:lvl3pPr>
              <a:defRPr sz="1200" b="1">
                <a:solidFill>
                  <a:srgbClr val="71816A"/>
                </a:solidFill>
                <a:latin typeface="Arial"/>
                <a:ea typeface="Arial"/>
                <a:cs typeface="Arial"/>
              </a:defRPr>
            </a:lvl3pPr>
            <a:lvl4pPr>
              <a:defRPr sz="1200" b="1">
                <a:solidFill>
                  <a:srgbClr val="71816A"/>
                </a:solidFill>
                <a:latin typeface="Arial"/>
                <a:ea typeface="Arial"/>
                <a:cs typeface="Arial"/>
              </a:defRPr>
            </a:lvl4pPr>
            <a:lvl5pPr>
              <a:defRPr sz="1200" b="1">
                <a:solidFill>
                  <a:srgbClr val="71816A"/>
                </a:solidFill>
                <a:latin typeface="Arial"/>
                <a:ea typeface="Arial"/>
                <a:cs typeface="Arial"/>
              </a:defRPr>
            </a:lvl5pPr>
            <a:lvl6pPr>
              <a:defRPr sz="1200" b="1">
                <a:solidFill>
                  <a:srgbClr val="71816A"/>
                </a:solidFill>
                <a:latin typeface="Arial"/>
                <a:ea typeface="Arial"/>
                <a:cs typeface="Arial"/>
              </a:defRPr>
            </a:lvl6pPr>
            <a:lvl7pPr>
              <a:defRPr sz="1200" b="1">
                <a:solidFill>
                  <a:srgbClr val="71816A"/>
                </a:solidFill>
                <a:latin typeface="Arial"/>
                <a:ea typeface="Arial"/>
                <a:cs typeface="Arial"/>
              </a:defRPr>
            </a:lvl7pPr>
            <a:lvl8pPr>
              <a:defRPr sz="1200" b="1">
                <a:solidFill>
                  <a:srgbClr val="71816A"/>
                </a:solidFill>
                <a:latin typeface="Arial"/>
                <a:ea typeface="Arial"/>
                <a:cs typeface="Arial"/>
              </a:defRPr>
            </a:lvl8pPr>
            <a:lvl9pPr>
              <a:defRPr sz="1200" b="1">
                <a:solidFill>
                  <a:srgbClr val="71816A"/>
                </a:solidFill>
                <a:latin typeface="Arial"/>
                <a:ea typeface="Arial"/>
                <a:cs typeface="Arial"/>
              </a:defRPr>
            </a:lvl9pPr>
          </a:lstStyle>
          <a:p xmlns:a="http://schemas.openxmlformats.org/drawingml/2006/main">
            <a:pPr>
              <a:defRPr sz="1200" b="1">
                <a:solidFill>
                  <a:srgbClr val="71816A"/>
                </a:solidFill>
                <a:latin typeface="Arial"/>
                <a:ea typeface="Arial"/>
                <a:cs typeface="Arial"/>
              </a:defRPr>
            </a:pPr>
            <a:r>
              <a:rPr sz="1200" b="1">
                <a:solidFill>
                  <a:srgbClr val="71816A"/>
                </a:solidFill>
                <a:latin typeface="Arial"/>
                <a:ea typeface="Arial"/>
                <a:cs typeface="Arial"/>
              </a:rPr>
              <a:t>INSPECTION EVIDENCE</a:t>
            </a:r>
          </a:p>
        </p:txBody>
      </p:sp>
      <p:sp>
        <p:nvSpPr>
          <p:cNvPr id="2" name="">
            <a:extLst xmlns:a="http://schemas.openxmlformats.org/drawingml/2006/main">
              <a:ext uri="{FF2B5EF4-FFF2-40B4-BE49-F238E27FC236}">
                <a16:creationId xmlns:a16="http://schemas.microsoft.com/office/drawing/2014/main" id="{94B4001C-50CB-4430-AB98-7E865B946F15}"/>
              </a:ext>
            </a:extLst>
          </p:cNvPr>
          <p:cNvSpPr>
            <a:spLocks xmlns:a="http://schemas.openxmlformats.org/drawingml/2006/main" noGrp="1"/>
          </p:cNvSpPr>
          <p:nvPr/>
        </p:nvSpPr>
        <p:spPr>
          <a:xfrm xmlns:a="http://schemas.openxmlformats.org/drawingml/2006/main">
            <a:off x="609600" y="914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25382B"/>
                </a:solidFill>
                <a:latin typeface="Arial"/>
                <a:ea typeface="Arial"/>
                <a:cs typeface="Arial"/>
              </a:defRPr>
            </a:defPPr>
            <a:lvl1pPr>
              <a:defRPr sz="3300" b="0">
                <a:solidFill>
                  <a:srgbClr val="25382B"/>
                </a:solidFill>
                <a:latin typeface="Arial"/>
                <a:ea typeface="Arial"/>
                <a:cs typeface="Arial"/>
              </a:defRPr>
            </a:lvl1pPr>
            <a:lvl2pPr>
              <a:defRPr sz="3300" b="0">
                <a:solidFill>
                  <a:srgbClr val="25382B"/>
                </a:solidFill>
                <a:latin typeface="Arial"/>
                <a:ea typeface="Arial"/>
                <a:cs typeface="Arial"/>
              </a:defRPr>
            </a:lvl2pPr>
            <a:lvl3pPr>
              <a:defRPr sz="3300" b="0">
                <a:solidFill>
                  <a:srgbClr val="25382B"/>
                </a:solidFill>
                <a:latin typeface="Arial"/>
                <a:ea typeface="Arial"/>
                <a:cs typeface="Arial"/>
              </a:defRPr>
            </a:lvl3pPr>
            <a:lvl4pPr>
              <a:defRPr sz="3300" b="0">
                <a:solidFill>
                  <a:srgbClr val="25382B"/>
                </a:solidFill>
                <a:latin typeface="Arial"/>
                <a:ea typeface="Arial"/>
                <a:cs typeface="Arial"/>
              </a:defRPr>
            </a:lvl4pPr>
            <a:lvl5pPr>
              <a:defRPr sz="3300" b="0">
                <a:solidFill>
                  <a:srgbClr val="25382B"/>
                </a:solidFill>
                <a:latin typeface="Arial"/>
                <a:ea typeface="Arial"/>
                <a:cs typeface="Arial"/>
              </a:defRPr>
            </a:lvl5pPr>
            <a:lvl6pPr>
              <a:defRPr sz="3300" b="0">
                <a:solidFill>
                  <a:srgbClr val="25382B"/>
                </a:solidFill>
                <a:latin typeface="Arial"/>
                <a:ea typeface="Arial"/>
                <a:cs typeface="Arial"/>
              </a:defRPr>
            </a:lvl6pPr>
            <a:lvl7pPr>
              <a:defRPr sz="3300" b="0">
                <a:solidFill>
                  <a:srgbClr val="25382B"/>
                </a:solidFill>
                <a:latin typeface="Arial"/>
                <a:ea typeface="Arial"/>
                <a:cs typeface="Arial"/>
              </a:defRPr>
            </a:lvl7pPr>
            <a:lvl8pPr>
              <a:defRPr sz="3300" b="0">
                <a:solidFill>
                  <a:srgbClr val="25382B"/>
                </a:solidFill>
                <a:latin typeface="Arial"/>
                <a:ea typeface="Arial"/>
                <a:cs typeface="Arial"/>
              </a:defRPr>
            </a:lvl8pPr>
            <a:lvl9pPr>
              <a:defRPr sz="3300" b="0">
                <a:solidFill>
                  <a:srgbClr val="25382B"/>
                </a:solidFill>
                <a:latin typeface="Arial"/>
                <a:ea typeface="Arial"/>
                <a:cs typeface="Arial"/>
              </a:defRPr>
            </a:lvl9pPr>
          </a:lstStyle>
          <a:p xmlns:a="http://schemas.openxmlformats.org/drawingml/2006/main">
            <a:pPr>
              <a:defRPr sz="3300" b="0">
                <a:solidFill>
                  <a:srgbClr val="25382B"/>
                </a:solidFill>
                <a:latin typeface="Arial"/>
                <a:ea typeface="Arial"/>
                <a:cs typeface="Arial"/>
              </a:defRPr>
            </a:pPr>
            <a:r>
              <a:rPr sz="3300" b="0">
                <a:solidFill>
                  <a:srgbClr val="25382B"/>
                </a:solidFill>
                <a:latin typeface="Arial"/>
                <a:ea typeface="Arial"/>
                <a:cs typeface="Arial"/>
              </a:rPr>
              <a:t>Original, heatmap and reference</a:t>
            </a:r>
          </a:p>
        </p:txBody>
      </p:sp>
      <p:sp>
        <p:nvSpPr>
          <p:cNvPr id="3" name="">
            <a:extLst xmlns:a="http://schemas.openxmlformats.org/drawingml/2006/main">
              <a:ext uri="{FF2B5EF4-FFF2-40B4-BE49-F238E27FC236}">
                <a16:creationId xmlns:a16="http://schemas.microsoft.com/office/drawing/2014/main" id="{553496E2-E27E-40D8-83E5-83E28D9D2EAC}"/>
              </a:ext>
            </a:extLst>
          </p:cNvPr>
          <p:cNvSpPr>
            <a:spLocks xmlns:a="http://schemas.openxmlformats.org/drawingml/2006/main" noGrp="1"/>
          </p:cNvSpPr>
          <p:nvPr/>
        </p:nvSpPr>
        <p:spPr>
          <a:xfrm xmlns:a="http://schemas.openxmlformats.org/drawingml/2006/main">
            <a:off x="609600" y="2171700"/>
            <a:ext cx="40767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5382B"/>
                </a:solidFill>
                <a:latin typeface="Arial"/>
                <a:ea typeface="Arial"/>
                <a:cs typeface="Arial"/>
              </a:defRPr>
            </a:defPPr>
            <a:lvl1pPr>
              <a:defRPr sz="2400" b="1">
                <a:solidFill>
                  <a:srgbClr val="25382B"/>
                </a:solidFill>
                <a:latin typeface="Arial"/>
                <a:ea typeface="Arial"/>
                <a:cs typeface="Arial"/>
              </a:defRPr>
            </a:lvl1pPr>
            <a:lvl2pPr>
              <a:defRPr sz="2400" b="1">
                <a:solidFill>
                  <a:srgbClr val="25382B"/>
                </a:solidFill>
                <a:latin typeface="Arial"/>
                <a:ea typeface="Arial"/>
                <a:cs typeface="Arial"/>
              </a:defRPr>
            </a:lvl2pPr>
            <a:lvl3pPr>
              <a:defRPr sz="2400" b="1">
                <a:solidFill>
                  <a:srgbClr val="25382B"/>
                </a:solidFill>
                <a:latin typeface="Arial"/>
                <a:ea typeface="Arial"/>
                <a:cs typeface="Arial"/>
              </a:defRPr>
            </a:lvl3pPr>
            <a:lvl4pPr>
              <a:defRPr sz="2400" b="1">
                <a:solidFill>
                  <a:srgbClr val="25382B"/>
                </a:solidFill>
                <a:latin typeface="Arial"/>
                <a:ea typeface="Arial"/>
                <a:cs typeface="Arial"/>
              </a:defRPr>
            </a:lvl4pPr>
            <a:lvl5pPr>
              <a:defRPr sz="2400" b="1">
                <a:solidFill>
                  <a:srgbClr val="25382B"/>
                </a:solidFill>
                <a:latin typeface="Arial"/>
                <a:ea typeface="Arial"/>
                <a:cs typeface="Arial"/>
              </a:defRPr>
            </a:lvl5pPr>
            <a:lvl6pPr>
              <a:defRPr sz="2400" b="1">
                <a:solidFill>
                  <a:srgbClr val="25382B"/>
                </a:solidFill>
                <a:latin typeface="Arial"/>
                <a:ea typeface="Arial"/>
                <a:cs typeface="Arial"/>
              </a:defRPr>
            </a:lvl6pPr>
            <a:lvl7pPr>
              <a:defRPr sz="2400" b="1">
                <a:solidFill>
                  <a:srgbClr val="25382B"/>
                </a:solidFill>
                <a:latin typeface="Arial"/>
                <a:ea typeface="Arial"/>
                <a:cs typeface="Arial"/>
              </a:defRPr>
            </a:lvl7pPr>
            <a:lvl8pPr>
              <a:defRPr sz="2400" b="1">
                <a:solidFill>
                  <a:srgbClr val="25382B"/>
                </a:solidFill>
                <a:latin typeface="Arial"/>
                <a:ea typeface="Arial"/>
                <a:cs typeface="Arial"/>
              </a:defRPr>
            </a:lvl8pPr>
            <a:lvl9pPr>
              <a:defRPr sz="2400" b="1">
                <a:solidFill>
                  <a:srgbClr val="25382B"/>
                </a:solidFill>
                <a:latin typeface="Arial"/>
                <a:ea typeface="Arial"/>
                <a:cs typeface="Arial"/>
              </a:defRPr>
            </a:lvl9pPr>
          </a:lstStyle>
          <a:p xmlns:a="http://schemas.openxmlformats.org/drawingml/2006/main">
            <a:pPr>
              <a:defRPr sz="2400" b="1">
                <a:solidFill>
                  <a:srgbClr val="25382B"/>
                </a:solidFill>
                <a:latin typeface="Arial"/>
                <a:ea typeface="Arial"/>
                <a:cs typeface="Arial"/>
              </a:defRPr>
            </a:pPr>
            <a:r>
              <a:rPr sz="2400" b="1">
                <a:solidFill>
                  <a:srgbClr val="25382B"/>
                </a:solidFill>
                <a:latin typeface="Arial"/>
                <a:ea typeface="Arial"/>
                <a:cs typeface="Arial"/>
              </a:rPr>
              <a:t>The surface stays visible under the heatmap.</a:t>
            </a:r>
          </a:p>
        </p:txBody>
      </p:sp>
      <p:sp>
        <p:nvSpPr>
          <p:cNvPr id="4" name="">
            <a:extLst xmlns:a="http://schemas.openxmlformats.org/drawingml/2006/main">
              <a:ext uri="{FF2B5EF4-FFF2-40B4-BE49-F238E27FC236}">
                <a16:creationId xmlns:a16="http://schemas.microsoft.com/office/drawing/2014/main" id="{36E432DD-4D2E-4CE2-984F-B5CAAF2F0F1C}"/>
              </a:ext>
            </a:extLst>
          </p:cNvPr>
          <p:cNvSpPr>
            <a:spLocks xmlns:a="http://schemas.openxmlformats.org/drawingml/2006/main" noGrp="1"/>
          </p:cNvSpPr>
          <p:nvPr/>
        </p:nvSpPr>
        <p:spPr>
          <a:xfrm xmlns:a="http://schemas.openxmlformats.org/drawingml/2006/main">
            <a:off x="609600" y="3895725"/>
            <a:ext cx="4143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71816A"/>
                </a:solidFill>
                <a:latin typeface="Arial"/>
                <a:ea typeface="Arial"/>
                <a:cs typeface="Arial"/>
              </a:defRPr>
            </a:defPPr>
            <a:lvl1pPr>
              <a:defRPr sz="2025" b="0">
                <a:solidFill>
                  <a:srgbClr val="71816A"/>
                </a:solidFill>
                <a:latin typeface="Arial"/>
                <a:ea typeface="Arial"/>
                <a:cs typeface="Arial"/>
              </a:defRPr>
            </a:lvl1pPr>
            <a:lvl2pPr>
              <a:defRPr sz="2025" b="0">
                <a:solidFill>
                  <a:srgbClr val="71816A"/>
                </a:solidFill>
                <a:latin typeface="Arial"/>
                <a:ea typeface="Arial"/>
                <a:cs typeface="Arial"/>
              </a:defRPr>
            </a:lvl2pPr>
            <a:lvl3pPr>
              <a:defRPr sz="2025" b="0">
                <a:solidFill>
                  <a:srgbClr val="71816A"/>
                </a:solidFill>
                <a:latin typeface="Arial"/>
                <a:ea typeface="Arial"/>
                <a:cs typeface="Arial"/>
              </a:defRPr>
            </a:lvl3pPr>
            <a:lvl4pPr>
              <a:defRPr sz="2025" b="0">
                <a:solidFill>
                  <a:srgbClr val="71816A"/>
                </a:solidFill>
                <a:latin typeface="Arial"/>
                <a:ea typeface="Arial"/>
                <a:cs typeface="Arial"/>
              </a:defRPr>
            </a:lvl4pPr>
            <a:lvl5pPr>
              <a:defRPr sz="2025" b="0">
                <a:solidFill>
                  <a:srgbClr val="71816A"/>
                </a:solidFill>
                <a:latin typeface="Arial"/>
                <a:ea typeface="Arial"/>
                <a:cs typeface="Arial"/>
              </a:defRPr>
            </a:lvl5pPr>
            <a:lvl6pPr>
              <a:defRPr sz="2025" b="0">
                <a:solidFill>
                  <a:srgbClr val="71816A"/>
                </a:solidFill>
                <a:latin typeface="Arial"/>
                <a:ea typeface="Arial"/>
                <a:cs typeface="Arial"/>
              </a:defRPr>
            </a:lvl6pPr>
            <a:lvl7pPr>
              <a:defRPr sz="2025" b="0">
                <a:solidFill>
                  <a:srgbClr val="71816A"/>
                </a:solidFill>
                <a:latin typeface="Arial"/>
                <a:ea typeface="Arial"/>
                <a:cs typeface="Arial"/>
              </a:defRPr>
            </a:lvl7pPr>
            <a:lvl8pPr>
              <a:defRPr sz="2025" b="0">
                <a:solidFill>
                  <a:srgbClr val="71816A"/>
                </a:solidFill>
                <a:latin typeface="Arial"/>
                <a:ea typeface="Arial"/>
                <a:cs typeface="Arial"/>
              </a:defRPr>
            </a:lvl8pPr>
            <a:lvl9pPr>
              <a:defRPr sz="2025" b="0">
                <a:solidFill>
                  <a:srgbClr val="71816A"/>
                </a:solidFill>
                <a:latin typeface="Arial"/>
                <a:ea typeface="Arial"/>
                <a:cs typeface="Arial"/>
              </a:defRPr>
            </a:lvl9pPr>
          </a:lstStyle>
          <a:p xmlns:a="http://schemas.openxmlformats.org/drawingml/2006/main">
            <a:pPr>
              <a:defRPr sz="2025" b="0">
                <a:solidFill>
                  <a:srgbClr val="71816A"/>
                </a:solidFill>
                <a:latin typeface="Arial"/>
                <a:ea typeface="Arial"/>
                <a:cs typeface="Arial"/>
              </a:defRPr>
            </a:pPr>
            <a:r>
              <a:rPr sz="2025" b="0">
                <a:solidFill>
                  <a:srgbClr val="71816A"/>
                </a:solidFill>
                <a:latin typeface="Arial"/>
                <a:ea typeface="Arial"/>
                <a:cs typeface="Arial"/>
              </a:rPr>
              <a:t>Adjust overlay opacity.</a:t>
            </a:r>
          </a:p>
          <a:p xmlns:a="http://schemas.openxmlformats.org/drawingml/2006/main">
            <a:pPr>
              <a:defRPr sz="2025" b="0">
                <a:solidFill>
                  <a:srgbClr val="71816A"/>
                </a:solidFill>
                <a:latin typeface="Arial"/>
                <a:ea typeface="Arial"/>
                <a:cs typeface="Arial"/>
              </a:defRPr>
            </a:pPr>
            <a:r>
              <a:rPr sz="2025" b="0">
                <a:solidFill>
                  <a:srgbClr val="71816A"/>
                </a:solidFill>
                <a:latin typeface="Arial"/>
                <a:ea typeface="Arial"/>
                <a:cs typeface="Arial"/>
              </a:rPr>
              <a:t>Compare the similar reference.</a:t>
            </a:r>
          </a:p>
          <a:p xmlns:a="http://schemas.openxmlformats.org/drawingml/2006/main">
            <a:pPr>
              <a:defRPr sz="2025" b="0">
                <a:solidFill>
                  <a:srgbClr val="71816A"/>
                </a:solidFill>
                <a:latin typeface="Arial"/>
                <a:ea typeface="Arial"/>
                <a:cs typeface="Arial"/>
              </a:defRPr>
            </a:pPr>
            <a:r>
              <a:rPr sz="2025" b="0">
                <a:solidFill>
                  <a:srgbClr val="71816A"/>
                </a:solidFill>
                <a:latin typeface="Arial"/>
                <a:ea typeface="Arial"/>
                <a:cs typeface="Arial"/>
              </a:rPr>
              <a:t>Review the returned decision.</a:t>
            </a:r>
          </a:p>
        </p:txBody>
      </p:sp>
      <p:sp>
        <p:nvSpPr>
          <p:cNvPr id="5" name="">
            <a:extLst xmlns:a="http://schemas.openxmlformats.org/drawingml/2006/main">
              <a:ext uri="{FF2B5EF4-FFF2-40B4-BE49-F238E27FC236}">
                <a16:creationId xmlns:a16="http://schemas.microsoft.com/office/drawing/2014/main" id="{F0848AB6-5604-43EF-A96A-384ED86EF6D6}"/>
              </a:ext>
            </a:extLst>
          </p:cNvPr>
          <p:cNvSpPr>
            <a:spLocks xmlns:a="http://schemas.openxmlformats.org/drawingml/2006/main" noGrp="1"/>
          </p:cNvSpPr>
          <p:nvPr/>
        </p:nvSpPr>
        <p:spPr>
          <a:xfrm xmlns:a="http://schemas.openxmlformats.org/drawingml/2006/main">
            <a:off x="609600" y="5810250"/>
            <a:ext cx="4095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71816A"/>
                </a:solidFill>
                <a:latin typeface="Arial"/>
                <a:ea typeface="Arial"/>
                <a:cs typeface="Arial"/>
              </a:defRPr>
            </a:defPPr>
            <a:lvl1pPr>
              <a:defRPr sz="1500" b="0">
                <a:solidFill>
                  <a:srgbClr val="71816A"/>
                </a:solidFill>
                <a:latin typeface="Arial"/>
                <a:ea typeface="Arial"/>
                <a:cs typeface="Arial"/>
              </a:defRPr>
            </a:lvl1pPr>
            <a:lvl2pPr>
              <a:defRPr sz="1500" b="0">
                <a:solidFill>
                  <a:srgbClr val="71816A"/>
                </a:solidFill>
                <a:latin typeface="Arial"/>
                <a:ea typeface="Arial"/>
                <a:cs typeface="Arial"/>
              </a:defRPr>
            </a:lvl2pPr>
            <a:lvl3pPr>
              <a:defRPr sz="1500" b="0">
                <a:solidFill>
                  <a:srgbClr val="71816A"/>
                </a:solidFill>
                <a:latin typeface="Arial"/>
                <a:ea typeface="Arial"/>
                <a:cs typeface="Arial"/>
              </a:defRPr>
            </a:lvl3pPr>
            <a:lvl4pPr>
              <a:defRPr sz="1500" b="0">
                <a:solidFill>
                  <a:srgbClr val="71816A"/>
                </a:solidFill>
                <a:latin typeface="Arial"/>
                <a:ea typeface="Arial"/>
                <a:cs typeface="Arial"/>
              </a:defRPr>
            </a:lvl4pPr>
            <a:lvl5pPr>
              <a:defRPr sz="1500" b="0">
                <a:solidFill>
                  <a:srgbClr val="71816A"/>
                </a:solidFill>
                <a:latin typeface="Arial"/>
                <a:ea typeface="Arial"/>
                <a:cs typeface="Arial"/>
              </a:defRPr>
            </a:lvl5pPr>
            <a:lvl6pPr>
              <a:defRPr sz="1500" b="0">
                <a:solidFill>
                  <a:srgbClr val="71816A"/>
                </a:solidFill>
                <a:latin typeface="Arial"/>
                <a:ea typeface="Arial"/>
                <a:cs typeface="Arial"/>
              </a:defRPr>
            </a:lvl6pPr>
            <a:lvl7pPr>
              <a:defRPr sz="1500" b="0">
                <a:solidFill>
                  <a:srgbClr val="71816A"/>
                </a:solidFill>
                <a:latin typeface="Arial"/>
                <a:ea typeface="Arial"/>
                <a:cs typeface="Arial"/>
              </a:defRPr>
            </a:lvl7pPr>
            <a:lvl8pPr>
              <a:defRPr sz="1500" b="0">
                <a:solidFill>
                  <a:srgbClr val="71816A"/>
                </a:solidFill>
                <a:latin typeface="Arial"/>
                <a:ea typeface="Arial"/>
                <a:cs typeface="Arial"/>
              </a:defRPr>
            </a:lvl8pPr>
            <a:lvl9pPr>
              <a:defRPr sz="1500" b="0">
                <a:solidFill>
                  <a:srgbClr val="71816A"/>
                </a:solidFill>
                <a:latin typeface="Arial"/>
                <a:ea typeface="Arial"/>
                <a:cs typeface="Arial"/>
              </a:defRPr>
            </a:lvl9pPr>
          </a:lstStyle>
          <a:p xmlns:a="http://schemas.openxmlformats.org/drawingml/2006/main">
            <a:pPr>
              <a:defRPr sz="1500" b="0">
                <a:solidFill>
                  <a:srgbClr val="71816A"/>
                </a:solidFill>
                <a:latin typeface="Arial"/>
                <a:ea typeface="Arial"/>
                <a:cs typeface="Arial"/>
              </a:defRPr>
            </a:pPr>
            <a:r>
              <a:rPr sz="1500" b="0">
                <a:solidFill>
                  <a:srgbClr val="71816A"/>
                </a:solidFill>
                <a:latin typeface="Arial"/>
                <a:ea typeface="Arial"/>
                <a:cs typeface="Arial"/>
              </a:rPr>
              <a:t>Processing time appears only when reported.</a:t>
            </a:r>
          </a:p>
        </p:txBody>
      </p:sp>
      <p:pic>
        <p:nvPicPr>
          <p:cNvPr id="6" name="">
            <a:extLst xmlns:a="http://schemas.openxmlformats.org/drawingml/2006/main">
              <a:ext uri="{FF2B5EF4-FFF2-40B4-BE49-F238E27FC236}">
                <a16:creationId xmlns:a16="http://schemas.microsoft.com/office/drawing/2014/main" id="{9318C0D3-7D3C-4BDA-91D9-BE72DDF412E1}"/>
              </a:ext>
            </a:extLst>
          </p:cNvPr>
          <p:cNvPicPr>
            <a:picLocks xmlns:a="http://schemas.openxmlformats.org/drawingml/2006/main" noChangeAspect="1"/>
          </p:cNvPicPr>
          <p:nvPr/>
        </p:nvPicPr>
        <p:blipFill>
          <a:blip xmlns:r="http://schemas.openxmlformats.org/officeDocument/2006/relationships" xmlns:a="http://schemas.openxmlformats.org/drawingml/2006/main" r:embed="R0dc0403ad3574971"/>
          <a:stretch xmlns:a="http://schemas.openxmlformats.org/drawingml/2006/main"/>
        </p:blipFill>
        <p:spPr>
          <a:xfrm xmlns:a="http://schemas.openxmlformats.org/drawingml/2006/main">
            <a:off x="6141765" y="1809750"/>
            <a:ext cx="4585246" cy="4591050"/>
          </a:xfrm>
          <a:prstGeom xmlns:a="http://schemas.openxmlformats.org/drawingml/2006/main" prst="rect">
            <a:avLst/>
          </a:prstGeom>
        </p:spPr>
      </p:pic>
    </p:spTree>
    <p:extLst>
      <p:ext uri="{BB962C8B-B14F-4D97-AF65-F5344CB8AC3E}">
        <p14:creationId xmlns:p14="http://schemas.microsoft.com/office/powerpoint/2010/main" val="678249905"/>
      </p:ext>
    </p:extLst>
  </p:cSld>
</p:sld>
</file>

<file path=ppt/slides/slide5.xml><?xml version="1.0" encoding="utf-8"?>
<p:sld xmlns:p="http://schemas.openxmlformats.org/presentationml/2006/main">
  <p:cSld>
    <p:bg>
      <p:bgPr>
        <a:solidFill xmlns:a="http://schemas.openxmlformats.org/drawingml/2006/main">
          <a:srgbClr val="F5F5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F82893-25D6-4B1F-9838-36E60D1E7690}"/>
              </a:ext>
            </a:extLst>
          </p:cNvPr>
          <p:cNvSpPr>
            <a:spLocks xmlns:a="http://schemas.openxmlformats.org/drawingml/2006/main" noGrp="1"/>
          </p:cNvSpPr>
          <p:nvPr/>
        </p:nvSpPr>
        <p:spPr>
          <a:xfrm xmlns:a="http://schemas.openxmlformats.org/drawingml/2006/main">
            <a:off x="609600" y="4000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71816A"/>
                </a:solidFill>
                <a:latin typeface="Arial"/>
                <a:ea typeface="Arial"/>
                <a:cs typeface="Arial"/>
              </a:defRPr>
            </a:defPPr>
            <a:lvl1pPr>
              <a:defRPr sz="1200" b="1">
                <a:solidFill>
                  <a:srgbClr val="71816A"/>
                </a:solidFill>
                <a:latin typeface="Arial"/>
                <a:ea typeface="Arial"/>
                <a:cs typeface="Arial"/>
              </a:defRPr>
            </a:lvl1pPr>
            <a:lvl2pPr>
              <a:defRPr sz="1200" b="1">
                <a:solidFill>
                  <a:srgbClr val="71816A"/>
                </a:solidFill>
                <a:latin typeface="Arial"/>
                <a:ea typeface="Arial"/>
                <a:cs typeface="Arial"/>
              </a:defRPr>
            </a:lvl2pPr>
            <a:lvl3pPr>
              <a:defRPr sz="1200" b="1">
                <a:solidFill>
                  <a:srgbClr val="71816A"/>
                </a:solidFill>
                <a:latin typeface="Arial"/>
                <a:ea typeface="Arial"/>
                <a:cs typeface="Arial"/>
              </a:defRPr>
            </a:lvl3pPr>
            <a:lvl4pPr>
              <a:defRPr sz="1200" b="1">
                <a:solidFill>
                  <a:srgbClr val="71816A"/>
                </a:solidFill>
                <a:latin typeface="Arial"/>
                <a:ea typeface="Arial"/>
                <a:cs typeface="Arial"/>
              </a:defRPr>
            </a:lvl4pPr>
            <a:lvl5pPr>
              <a:defRPr sz="1200" b="1">
                <a:solidFill>
                  <a:srgbClr val="71816A"/>
                </a:solidFill>
                <a:latin typeface="Arial"/>
                <a:ea typeface="Arial"/>
                <a:cs typeface="Arial"/>
              </a:defRPr>
            </a:lvl5pPr>
            <a:lvl6pPr>
              <a:defRPr sz="1200" b="1">
                <a:solidFill>
                  <a:srgbClr val="71816A"/>
                </a:solidFill>
                <a:latin typeface="Arial"/>
                <a:ea typeface="Arial"/>
                <a:cs typeface="Arial"/>
              </a:defRPr>
            </a:lvl6pPr>
            <a:lvl7pPr>
              <a:defRPr sz="1200" b="1">
                <a:solidFill>
                  <a:srgbClr val="71816A"/>
                </a:solidFill>
                <a:latin typeface="Arial"/>
                <a:ea typeface="Arial"/>
                <a:cs typeface="Arial"/>
              </a:defRPr>
            </a:lvl7pPr>
            <a:lvl8pPr>
              <a:defRPr sz="1200" b="1">
                <a:solidFill>
                  <a:srgbClr val="71816A"/>
                </a:solidFill>
                <a:latin typeface="Arial"/>
                <a:ea typeface="Arial"/>
                <a:cs typeface="Arial"/>
              </a:defRPr>
            </a:lvl8pPr>
            <a:lvl9pPr>
              <a:defRPr sz="1200" b="1">
                <a:solidFill>
                  <a:srgbClr val="71816A"/>
                </a:solidFill>
                <a:latin typeface="Arial"/>
                <a:ea typeface="Arial"/>
                <a:cs typeface="Arial"/>
              </a:defRPr>
            </a:lvl9pPr>
          </a:lstStyle>
          <a:p xmlns:a="http://schemas.openxmlformats.org/drawingml/2006/main">
            <a:pPr>
              <a:defRPr sz="1200" b="1">
                <a:solidFill>
                  <a:srgbClr val="71816A"/>
                </a:solidFill>
                <a:latin typeface="Arial"/>
                <a:ea typeface="Arial"/>
                <a:cs typeface="Arial"/>
              </a:defRPr>
            </a:pPr>
            <a:r>
              <a:rPr sz="1200" b="1">
                <a:solidFill>
                  <a:srgbClr val="71816A"/>
                </a:solidFill>
                <a:latin typeface="Arial"/>
                <a:ea typeface="Arial"/>
                <a:cs typeface="Arial"/>
              </a:rPr>
              <a:t>ENGINEER FEEDBACK</a:t>
            </a:r>
          </a:p>
        </p:txBody>
      </p:sp>
      <p:sp>
        <p:nvSpPr>
          <p:cNvPr id="2" name="">
            <a:extLst xmlns:a="http://schemas.openxmlformats.org/drawingml/2006/main">
              <a:ext uri="{FF2B5EF4-FFF2-40B4-BE49-F238E27FC236}">
                <a16:creationId xmlns:a16="http://schemas.microsoft.com/office/drawing/2014/main" id="{2C018BBD-AF6A-4255-A385-3B74003DCE56}"/>
              </a:ext>
            </a:extLst>
          </p:cNvPr>
          <p:cNvSpPr>
            <a:spLocks xmlns:a="http://schemas.openxmlformats.org/drawingml/2006/main" noGrp="1"/>
          </p:cNvSpPr>
          <p:nvPr/>
        </p:nvSpPr>
        <p:spPr>
          <a:xfrm xmlns:a="http://schemas.openxmlformats.org/drawingml/2006/main">
            <a:off x="609600" y="9144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0">
                <a:solidFill>
                  <a:srgbClr val="25382B"/>
                </a:solidFill>
                <a:latin typeface="Arial"/>
                <a:ea typeface="Arial"/>
                <a:cs typeface="Arial"/>
              </a:defRPr>
            </a:defPPr>
            <a:lvl1pPr>
              <a:defRPr sz="3300" b="0">
                <a:solidFill>
                  <a:srgbClr val="25382B"/>
                </a:solidFill>
                <a:latin typeface="Arial"/>
                <a:ea typeface="Arial"/>
                <a:cs typeface="Arial"/>
              </a:defRPr>
            </a:lvl1pPr>
            <a:lvl2pPr>
              <a:defRPr sz="3300" b="0">
                <a:solidFill>
                  <a:srgbClr val="25382B"/>
                </a:solidFill>
                <a:latin typeface="Arial"/>
                <a:ea typeface="Arial"/>
                <a:cs typeface="Arial"/>
              </a:defRPr>
            </a:lvl2pPr>
            <a:lvl3pPr>
              <a:defRPr sz="3300" b="0">
                <a:solidFill>
                  <a:srgbClr val="25382B"/>
                </a:solidFill>
                <a:latin typeface="Arial"/>
                <a:ea typeface="Arial"/>
                <a:cs typeface="Arial"/>
              </a:defRPr>
            </a:lvl3pPr>
            <a:lvl4pPr>
              <a:defRPr sz="3300" b="0">
                <a:solidFill>
                  <a:srgbClr val="25382B"/>
                </a:solidFill>
                <a:latin typeface="Arial"/>
                <a:ea typeface="Arial"/>
                <a:cs typeface="Arial"/>
              </a:defRPr>
            </a:lvl4pPr>
            <a:lvl5pPr>
              <a:defRPr sz="3300" b="0">
                <a:solidFill>
                  <a:srgbClr val="25382B"/>
                </a:solidFill>
                <a:latin typeface="Arial"/>
                <a:ea typeface="Arial"/>
                <a:cs typeface="Arial"/>
              </a:defRPr>
            </a:lvl5pPr>
            <a:lvl6pPr>
              <a:defRPr sz="3300" b="0">
                <a:solidFill>
                  <a:srgbClr val="25382B"/>
                </a:solidFill>
                <a:latin typeface="Arial"/>
                <a:ea typeface="Arial"/>
                <a:cs typeface="Arial"/>
              </a:defRPr>
            </a:lvl6pPr>
            <a:lvl7pPr>
              <a:defRPr sz="3300" b="0">
                <a:solidFill>
                  <a:srgbClr val="25382B"/>
                </a:solidFill>
                <a:latin typeface="Arial"/>
                <a:ea typeface="Arial"/>
                <a:cs typeface="Arial"/>
              </a:defRPr>
            </a:lvl7pPr>
            <a:lvl8pPr>
              <a:defRPr sz="3300" b="0">
                <a:solidFill>
                  <a:srgbClr val="25382B"/>
                </a:solidFill>
                <a:latin typeface="Arial"/>
                <a:ea typeface="Arial"/>
                <a:cs typeface="Arial"/>
              </a:defRPr>
            </a:lvl8pPr>
            <a:lvl9pPr>
              <a:defRPr sz="3300" b="0">
                <a:solidFill>
                  <a:srgbClr val="25382B"/>
                </a:solidFill>
                <a:latin typeface="Arial"/>
                <a:ea typeface="Arial"/>
                <a:cs typeface="Arial"/>
              </a:defRPr>
            </a:lvl9pPr>
          </a:lstStyle>
          <a:p xmlns:a="http://schemas.openxmlformats.org/drawingml/2006/main">
            <a:pPr>
              <a:defRPr sz="3300" b="0">
                <a:solidFill>
                  <a:srgbClr val="25382B"/>
                </a:solidFill>
                <a:latin typeface="Arial"/>
                <a:ea typeface="Arial"/>
                <a:cs typeface="Arial"/>
              </a:defRPr>
            </a:pPr>
            <a:r>
              <a:rPr sz="3300" b="0">
                <a:solidFill>
                  <a:srgbClr val="25382B"/>
                </a:solidFill>
                <a:latin typeface="Arial"/>
                <a:ea typeface="Arial"/>
                <a:cs typeface="Arial"/>
              </a:rPr>
              <a:t>Human confirmation stays separate</a:t>
            </a:r>
          </a:p>
        </p:txBody>
      </p:sp>
      <p:sp>
        <p:nvSpPr>
          <p:cNvPr id="3" name="">
            <a:extLst xmlns:a="http://schemas.openxmlformats.org/drawingml/2006/main">
              <a:ext uri="{FF2B5EF4-FFF2-40B4-BE49-F238E27FC236}">
                <a16:creationId xmlns:a16="http://schemas.microsoft.com/office/drawing/2014/main" id="{AC54FA9B-7021-4771-A580-76EBEE5D3068}"/>
              </a:ext>
            </a:extLst>
          </p:cNvPr>
          <p:cNvSpPr>
            <a:spLocks xmlns:a="http://schemas.openxmlformats.org/drawingml/2006/main" noGrp="1"/>
          </p:cNvSpPr>
          <p:nvPr/>
        </p:nvSpPr>
        <p:spPr>
          <a:xfrm xmlns:a="http://schemas.openxmlformats.org/drawingml/2006/main">
            <a:off x="609600" y="2190750"/>
            <a:ext cx="433387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5382B"/>
                </a:solidFill>
                <a:latin typeface="Arial"/>
                <a:ea typeface="Arial"/>
                <a:cs typeface="Arial"/>
              </a:defRPr>
            </a:defPPr>
            <a:lvl1pPr>
              <a:defRPr sz="2325" b="1">
                <a:solidFill>
                  <a:srgbClr val="25382B"/>
                </a:solidFill>
                <a:latin typeface="Arial"/>
                <a:ea typeface="Arial"/>
                <a:cs typeface="Arial"/>
              </a:defRPr>
            </a:lvl1pPr>
            <a:lvl2pPr>
              <a:defRPr sz="2325" b="1">
                <a:solidFill>
                  <a:srgbClr val="25382B"/>
                </a:solidFill>
                <a:latin typeface="Arial"/>
                <a:ea typeface="Arial"/>
                <a:cs typeface="Arial"/>
              </a:defRPr>
            </a:lvl2pPr>
            <a:lvl3pPr>
              <a:defRPr sz="2325" b="1">
                <a:solidFill>
                  <a:srgbClr val="25382B"/>
                </a:solidFill>
                <a:latin typeface="Arial"/>
                <a:ea typeface="Arial"/>
                <a:cs typeface="Arial"/>
              </a:defRPr>
            </a:lvl3pPr>
            <a:lvl4pPr>
              <a:defRPr sz="2325" b="1">
                <a:solidFill>
                  <a:srgbClr val="25382B"/>
                </a:solidFill>
                <a:latin typeface="Arial"/>
                <a:ea typeface="Arial"/>
                <a:cs typeface="Arial"/>
              </a:defRPr>
            </a:lvl4pPr>
            <a:lvl5pPr>
              <a:defRPr sz="2325" b="1">
                <a:solidFill>
                  <a:srgbClr val="25382B"/>
                </a:solidFill>
                <a:latin typeface="Arial"/>
                <a:ea typeface="Arial"/>
                <a:cs typeface="Arial"/>
              </a:defRPr>
            </a:lvl5pPr>
            <a:lvl6pPr>
              <a:defRPr sz="2325" b="1">
                <a:solidFill>
                  <a:srgbClr val="25382B"/>
                </a:solidFill>
                <a:latin typeface="Arial"/>
                <a:ea typeface="Arial"/>
                <a:cs typeface="Arial"/>
              </a:defRPr>
            </a:lvl6pPr>
            <a:lvl7pPr>
              <a:defRPr sz="2325" b="1">
                <a:solidFill>
                  <a:srgbClr val="25382B"/>
                </a:solidFill>
                <a:latin typeface="Arial"/>
                <a:ea typeface="Arial"/>
                <a:cs typeface="Arial"/>
              </a:defRPr>
            </a:lvl7pPr>
            <a:lvl8pPr>
              <a:defRPr sz="2325" b="1">
                <a:solidFill>
                  <a:srgbClr val="25382B"/>
                </a:solidFill>
                <a:latin typeface="Arial"/>
                <a:ea typeface="Arial"/>
                <a:cs typeface="Arial"/>
              </a:defRPr>
            </a:lvl8pPr>
            <a:lvl9pPr>
              <a:defRPr sz="2325" b="1">
                <a:solidFill>
                  <a:srgbClr val="25382B"/>
                </a:solidFill>
                <a:latin typeface="Arial"/>
                <a:ea typeface="Arial"/>
                <a:cs typeface="Arial"/>
              </a:defRPr>
            </a:lvl9pPr>
          </a:lstStyle>
          <a:p xmlns:a="http://schemas.openxmlformats.org/drawingml/2006/main">
            <a:pPr>
              <a:defRPr sz="2325" b="1">
                <a:solidFill>
                  <a:srgbClr val="25382B"/>
                </a:solidFill>
                <a:latin typeface="Arial"/>
                <a:ea typeface="Arial"/>
                <a:cs typeface="Arial"/>
              </a:defRPr>
            </a:pPr>
            <a:r>
              <a:rPr sz="2325" b="1">
                <a:solidFill>
                  <a:srgbClr val="25382B"/>
                </a:solidFill>
                <a:latin typeface="Arial"/>
                <a:ea typeface="Arial"/>
                <a:cs typeface="Arial"/>
              </a:rPr>
              <a:t>Model decision: Needs review</a:t>
            </a:r>
          </a:p>
          <a:p xmlns:a="http://schemas.openxmlformats.org/drawingml/2006/main">
            <a:pPr>
              <a:defRPr sz="2325" b="1">
                <a:solidFill>
                  <a:srgbClr val="25382B"/>
                </a:solidFill>
                <a:latin typeface="Arial"/>
                <a:ea typeface="Arial"/>
                <a:cs typeface="Arial"/>
              </a:defRPr>
            </a:pPr>
            <a:r>
              <a:rPr sz="2325" b="1">
                <a:solidFill>
                  <a:srgbClr val="25382B"/>
                </a:solidFill>
                <a:latin typeface="Arial"/>
                <a:ea typeface="Arial"/>
                <a:cs typeface="Arial"/>
              </a:rPr>
              <a:t>Engineer confirmation: Fail</a:t>
            </a:r>
          </a:p>
        </p:txBody>
      </p:sp>
      <p:sp>
        <p:nvSpPr>
          <p:cNvPr id="4" name="">
            <a:extLst xmlns:a="http://schemas.openxmlformats.org/drawingml/2006/main">
              <a:ext uri="{FF2B5EF4-FFF2-40B4-BE49-F238E27FC236}">
                <a16:creationId xmlns:a16="http://schemas.microsoft.com/office/drawing/2014/main" id="{E99425FD-66C7-471B-8D45-4FABD35B87CB}"/>
              </a:ext>
            </a:extLst>
          </p:cNvPr>
          <p:cNvSpPr>
            <a:spLocks xmlns:a="http://schemas.openxmlformats.org/drawingml/2006/main" noGrp="1"/>
          </p:cNvSpPr>
          <p:nvPr/>
        </p:nvSpPr>
        <p:spPr>
          <a:xfrm xmlns:a="http://schemas.openxmlformats.org/drawingml/2006/main">
            <a:off x="609600" y="3867150"/>
            <a:ext cx="4143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71816A"/>
                </a:solidFill>
                <a:latin typeface="Arial"/>
                <a:ea typeface="Arial"/>
                <a:cs typeface="Arial"/>
              </a:defRPr>
            </a:defPPr>
            <a:lvl1pPr>
              <a:defRPr sz="2025" b="0">
                <a:solidFill>
                  <a:srgbClr val="71816A"/>
                </a:solidFill>
                <a:latin typeface="Arial"/>
                <a:ea typeface="Arial"/>
                <a:cs typeface="Arial"/>
              </a:defRPr>
            </a:lvl1pPr>
            <a:lvl2pPr>
              <a:defRPr sz="2025" b="0">
                <a:solidFill>
                  <a:srgbClr val="71816A"/>
                </a:solidFill>
                <a:latin typeface="Arial"/>
                <a:ea typeface="Arial"/>
                <a:cs typeface="Arial"/>
              </a:defRPr>
            </a:lvl2pPr>
            <a:lvl3pPr>
              <a:defRPr sz="2025" b="0">
                <a:solidFill>
                  <a:srgbClr val="71816A"/>
                </a:solidFill>
                <a:latin typeface="Arial"/>
                <a:ea typeface="Arial"/>
                <a:cs typeface="Arial"/>
              </a:defRPr>
            </a:lvl3pPr>
            <a:lvl4pPr>
              <a:defRPr sz="2025" b="0">
                <a:solidFill>
                  <a:srgbClr val="71816A"/>
                </a:solidFill>
                <a:latin typeface="Arial"/>
                <a:ea typeface="Arial"/>
                <a:cs typeface="Arial"/>
              </a:defRPr>
            </a:lvl4pPr>
            <a:lvl5pPr>
              <a:defRPr sz="2025" b="0">
                <a:solidFill>
                  <a:srgbClr val="71816A"/>
                </a:solidFill>
                <a:latin typeface="Arial"/>
                <a:ea typeface="Arial"/>
                <a:cs typeface="Arial"/>
              </a:defRPr>
            </a:lvl5pPr>
            <a:lvl6pPr>
              <a:defRPr sz="2025" b="0">
                <a:solidFill>
                  <a:srgbClr val="71816A"/>
                </a:solidFill>
                <a:latin typeface="Arial"/>
                <a:ea typeface="Arial"/>
                <a:cs typeface="Arial"/>
              </a:defRPr>
            </a:lvl6pPr>
            <a:lvl7pPr>
              <a:defRPr sz="2025" b="0">
                <a:solidFill>
                  <a:srgbClr val="71816A"/>
                </a:solidFill>
                <a:latin typeface="Arial"/>
                <a:ea typeface="Arial"/>
                <a:cs typeface="Arial"/>
              </a:defRPr>
            </a:lvl7pPr>
            <a:lvl8pPr>
              <a:defRPr sz="2025" b="0">
                <a:solidFill>
                  <a:srgbClr val="71816A"/>
                </a:solidFill>
                <a:latin typeface="Arial"/>
                <a:ea typeface="Arial"/>
                <a:cs typeface="Arial"/>
              </a:defRPr>
            </a:lvl8pPr>
            <a:lvl9pPr>
              <a:defRPr sz="2025" b="0">
                <a:solidFill>
                  <a:srgbClr val="71816A"/>
                </a:solidFill>
                <a:latin typeface="Arial"/>
                <a:ea typeface="Arial"/>
                <a:cs typeface="Arial"/>
              </a:defRPr>
            </a:lvl9pPr>
          </a:lstStyle>
          <a:p xmlns:a="http://schemas.openxmlformats.org/drawingml/2006/main">
            <a:pPr>
              <a:defRPr sz="2025" b="0">
                <a:solidFill>
                  <a:srgbClr val="71816A"/>
                </a:solidFill>
                <a:latin typeface="Arial"/>
                <a:ea typeface="Arial"/>
                <a:cs typeface="Arial"/>
              </a:defRPr>
            </a:pPr>
            <a:r>
              <a:rPr sz="2025" b="0">
                <a:solidFill>
                  <a:srgbClr val="71816A"/>
                </a:solidFill>
                <a:latin typeface="Arial"/>
                <a:ea typeface="Arial"/>
                <a:cs typeface="Arial"/>
              </a:rPr>
              <a:t>The engineer records the defect and a note. The original model result remains visible.</a:t>
            </a:r>
          </a:p>
        </p:txBody>
      </p:sp>
      <p:sp>
        <p:nvSpPr>
          <p:cNvPr id="5" name="">
            <a:extLst xmlns:a="http://schemas.openxmlformats.org/drawingml/2006/main">
              <a:ext uri="{FF2B5EF4-FFF2-40B4-BE49-F238E27FC236}">
                <a16:creationId xmlns:a16="http://schemas.microsoft.com/office/drawing/2014/main" id="{E95FCDD9-F9E8-416D-9AAA-9247BE9C2A20}"/>
              </a:ext>
            </a:extLst>
          </p:cNvPr>
          <p:cNvSpPr>
            <a:spLocks xmlns:a="http://schemas.openxmlformats.org/drawingml/2006/main" noGrp="1"/>
          </p:cNvSpPr>
          <p:nvPr/>
        </p:nvSpPr>
        <p:spPr>
          <a:xfrm xmlns:a="http://schemas.openxmlformats.org/drawingml/2006/main">
            <a:off x="609600" y="5734050"/>
            <a:ext cx="4238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71816A"/>
                </a:solidFill>
                <a:latin typeface="Arial"/>
                <a:ea typeface="Arial"/>
                <a:cs typeface="Arial"/>
              </a:defRPr>
            </a:defPPr>
            <a:lvl1pPr>
              <a:defRPr sz="1500" b="0">
                <a:solidFill>
                  <a:srgbClr val="71816A"/>
                </a:solidFill>
                <a:latin typeface="Arial"/>
                <a:ea typeface="Arial"/>
                <a:cs typeface="Arial"/>
              </a:defRPr>
            </a:lvl1pPr>
            <a:lvl2pPr>
              <a:defRPr sz="1500" b="0">
                <a:solidFill>
                  <a:srgbClr val="71816A"/>
                </a:solidFill>
                <a:latin typeface="Arial"/>
                <a:ea typeface="Arial"/>
                <a:cs typeface="Arial"/>
              </a:defRPr>
            </a:lvl2pPr>
            <a:lvl3pPr>
              <a:defRPr sz="1500" b="0">
                <a:solidFill>
                  <a:srgbClr val="71816A"/>
                </a:solidFill>
                <a:latin typeface="Arial"/>
                <a:ea typeface="Arial"/>
                <a:cs typeface="Arial"/>
              </a:defRPr>
            </a:lvl3pPr>
            <a:lvl4pPr>
              <a:defRPr sz="1500" b="0">
                <a:solidFill>
                  <a:srgbClr val="71816A"/>
                </a:solidFill>
                <a:latin typeface="Arial"/>
                <a:ea typeface="Arial"/>
                <a:cs typeface="Arial"/>
              </a:defRPr>
            </a:lvl4pPr>
            <a:lvl5pPr>
              <a:defRPr sz="1500" b="0">
                <a:solidFill>
                  <a:srgbClr val="71816A"/>
                </a:solidFill>
                <a:latin typeface="Arial"/>
                <a:ea typeface="Arial"/>
                <a:cs typeface="Arial"/>
              </a:defRPr>
            </a:lvl5pPr>
            <a:lvl6pPr>
              <a:defRPr sz="1500" b="0">
                <a:solidFill>
                  <a:srgbClr val="71816A"/>
                </a:solidFill>
                <a:latin typeface="Arial"/>
                <a:ea typeface="Arial"/>
                <a:cs typeface="Arial"/>
              </a:defRPr>
            </a:lvl6pPr>
            <a:lvl7pPr>
              <a:defRPr sz="1500" b="0">
                <a:solidFill>
                  <a:srgbClr val="71816A"/>
                </a:solidFill>
                <a:latin typeface="Arial"/>
                <a:ea typeface="Arial"/>
                <a:cs typeface="Arial"/>
              </a:defRPr>
            </a:lvl7pPr>
            <a:lvl8pPr>
              <a:defRPr sz="1500" b="0">
                <a:solidFill>
                  <a:srgbClr val="71816A"/>
                </a:solidFill>
                <a:latin typeface="Arial"/>
                <a:ea typeface="Arial"/>
                <a:cs typeface="Arial"/>
              </a:defRPr>
            </a:lvl8pPr>
            <a:lvl9pPr>
              <a:defRPr sz="1500" b="0">
                <a:solidFill>
                  <a:srgbClr val="71816A"/>
                </a:solidFill>
                <a:latin typeface="Arial"/>
                <a:ea typeface="Arial"/>
                <a:cs typeface="Arial"/>
              </a:defRPr>
            </a:lvl9pPr>
          </a:lstStyle>
          <a:p xmlns:a="http://schemas.openxmlformats.org/drawingml/2006/main">
            <a:pPr>
              <a:defRPr sz="1500" b="0">
                <a:solidFill>
                  <a:srgbClr val="71816A"/>
                </a:solidFill>
                <a:latin typeface="Arial"/>
                <a:ea typeface="Arial"/>
                <a:cs typeface="Arial"/>
              </a:defRPr>
            </a:pPr>
            <a:r>
              <a:rPr sz="1500" b="0">
                <a:solidFill>
                  <a:srgbClr val="71816A"/>
                </a:solidFill>
                <a:latin typeface="Arial"/>
                <a:ea typeface="Arial"/>
                <a:cs typeface="Arial"/>
              </a:rPr>
              <a:t>A profile update creates a new version in the demo workflow.</a:t>
            </a:r>
          </a:p>
        </p:txBody>
      </p:sp>
      <p:pic>
        <p:nvPicPr>
          <p:cNvPr id="6" name="">
            <a:extLst xmlns:a="http://schemas.openxmlformats.org/drawingml/2006/main">
              <a:ext uri="{FF2B5EF4-FFF2-40B4-BE49-F238E27FC236}">
                <a16:creationId xmlns:a16="http://schemas.microsoft.com/office/drawing/2014/main" id="{88DFAAA3-D20B-41B0-880C-31953DD8701E}"/>
              </a:ext>
            </a:extLst>
          </p:cNvPr>
          <p:cNvPicPr>
            <a:picLocks xmlns:a="http://schemas.openxmlformats.org/drawingml/2006/main" noChangeAspect="1"/>
          </p:cNvPicPr>
          <p:nvPr/>
        </p:nvPicPr>
        <p:blipFill>
          <a:blip xmlns:r="http://schemas.openxmlformats.org/officeDocument/2006/relationships" xmlns:a="http://schemas.openxmlformats.org/drawingml/2006/main" r:embed="R38ad1f8b84934617"/>
          <a:stretch xmlns:a="http://schemas.openxmlformats.org/drawingml/2006/main"/>
        </p:blipFill>
        <p:spPr>
          <a:xfrm xmlns:a="http://schemas.openxmlformats.org/drawingml/2006/main">
            <a:off x="7212362" y="1781175"/>
            <a:ext cx="2444050" cy="4619625"/>
          </a:xfrm>
          <a:prstGeom xmlns:a="http://schemas.openxmlformats.org/drawingml/2006/main" prst="rect">
            <a:avLst/>
          </a:prstGeom>
        </p:spPr>
      </p:pic>
    </p:spTree>
    <p:extLst>
      <p:ext uri="{BB962C8B-B14F-4D97-AF65-F5344CB8AC3E}">
        <p14:creationId xmlns:p14="http://schemas.microsoft.com/office/powerpoint/2010/main" val="1861747169"/>
      </p:ext>
    </p:extLst>
  </p:cSld>
</p:sld>
</file>

<file path=ppt/slides/slide6.xml><?xml version="1.0" encoding="utf-8"?>
<p:sld xmlns:p="http://schemas.openxmlformats.org/presentationml/2006/main">
  <p:cSld>
    <p:bg>
      <p:bgPr>
        <a:solidFill xmlns:a="http://schemas.openxmlformats.org/drawingml/2006/main">
          <a:srgbClr val="20342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EC9C5D-176F-40B8-BE0B-A0AD2DE97C20}"/>
              </a:ext>
            </a:extLst>
          </p:cNvPr>
          <p:cNvSpPr>
            <a:spLocks xmlns:a="http://schemas.openxmlformats.org/drawingml/2006/main" noGrp="1"/>
          </p:cNvSpPr>
          <p:nvPr/>
        </p:nvSpPr>
        <p:spPr>
          <a:xfrm xmlns:a="http://schemas.openxmlformats.org/drawingml/2006/main">
            <a:off x="609600" y="4000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B8CBA9"/>
                </a:solidFill>
                <a:latin typeface="Arial"/>
                <a:ea typeface="Arial"/>
                <a:cs typeface="Arial"/>
              </a:defRPr>
            </a:defPPr>
            <a:lvl1pPr>
              <a:defRPr sz="1200" b="1">
                <a:solidFill>
                  <a:srgbClr val="B8CBA9"/>
                </a:solidFill>
                <a:latin typeface="Arial"/>
                <a:ea typeface="Arial"/>
                <a:cs typeface="Arial"/>
              </a:defRPr>
            </a:lvl1pPr>
            <a:lvl2pPr>
              <a:defRPr sz="1200" b="1">
                <a:solidFill>
                  <a:srgbClr val="B8CBA9"/>
                </a:solidFill>
                <a:latin typeface="Arial"/>
                <a:ea typeface="Arial"/>
                <a:cs typeface="Arial"/>
              </a:defRPr>
            </a:lvl2pPr>
            <a:lvl3pPr>
              <a:defRPr sz="1200" b="1">
                <a:solidFill>
                  <a:srgbClr val="B8CBA9"/>
                </a:solidFill>
                <a:latin typeface="Arial"/>
                <a:ea typeface="Arial"/>
                <a:cs typeface="Arial"/>
              </a:defRPr>
            </a:lvl3pPr>
            <a:lvl4pPr>
              <a:defRPr sz="1200" b="1">
                <a:solidFill>
                  <a:srgbClr val="B8CBA9"/>
                </a:solidFill>
                <a:latin typeface="Arial"/>
                <a:ea typeface="Arial"/>
                <a:cs typeface="Arial"/>
              </a:defRPr>
            </a:lvl4pPr>
            <a:lvl5pPr>
              <a:defRPr sz="1200" b="1">
                <a:solidFill>
                  <a:srgbClr val="B8CBA9"/>
                </a:solidFill>
                <a:latin typeface="Arial"/>
                <a:ea typeface="Arial"/>
                <a:cs typeface="Arial"/>
              </a:defRPr>
            </a:lvl5pPr>
            <a:lvl6pPr>
              <a:defRPr sz="1200" b="1">
                <a:solidFill>
                  <a:srgbClr val="B8CBA9"/>
                </a:solidFill>
                <a:latin typeface="Arial"/>
                <a:ea typeface="Arial"/>
                <a:cs typeface="Arial"/>
              </a:defRPr>
            </a:lvl6pPr>
            <a:lvl7pPr>
              <a:defRPr sz="1200" b="1">
                <a:solidFill>
                  <a:srgbClr val="B8CBA9"/>
                </a:solidFill>
                <a:latin typeface="Arial"/>
                <a:ea typeface="Arial"/>
                <a:cs typeface="Arial"/>
              </a:defRPr>
            </a:lvl7pPr>
            <a:lvl8pPr>
              <a:defRPr sz="1200" b="1">
                <a:solidFill>
                  <a:srgbClr val="B8CBA9"/>
                </a:solidFill>
                <a:latin typeface="Arial"/>
                <a:ea typeface="Arial"/>
                <a:cs typeface="Arial"/>
              </a:defRPr>
            </a:lvl8pPr>
            <a:lvl9pPr>
              <a:defRPr sz="1200" b="1">
                <a:solidFill>
                  <a:srgbClr val="B8CBA9"/>
                </a:solidFill>
                <a:latin typeface="Arial"/>
                <a:ea typeface="Arial"/>
                <a:cs typeface="Arial"/>
              </a:defRPr>
            </a:lvl9pPr>
          </a:lstStyle>
          <a:p xmlns:a="http://schemas.openxmlformats.org/drawingml/2006/main">
            <a:pPr>
              <a:defRPr sz="1200" b="1">
                <a:solidFill>
                  <a:srgbClr val="B8CBA9"/>
                </a:solidFill>
                <a:latin typeface="Arial"/>
                <a:ea typeface="Arial"/>
                <a:cs typeface="Arial"/>
              </a:defRPr>
            </a:pPr>
            <a:r>
              <a:rPr sz="1200" b="1">
                <a:solidFill>
                  <a:srgbClr val="B8CBA9"/>
                </a:solidFill>
                <a:latin typeface="Arial"/>
                <a:ea typeface="Arial"/>
                <a:cs typeface="Arial"/>
              </a:rPr>
              <a:t>IMPLEMENTATION STATUS</a:t>
            </a:r>
          </a:p>
        </p:txBody>
      </p:sp>
      <p:sp>
        <p:nvSpPr>
          <p:cNvPr id="2" name="">
            <a:extLst xmlns:a="http://schemas.openxmlformats.org/drawingml/2006/main">
              <a:ext uri="{FF2B5EF4-FFF2-40B4-BE49-F238E27FC236}">
                <a16:creationId xmlns:a16="http://schemas.microsoft.com/office/drawing/2014/main" id="{3487E7B8-573E-4B5F-8212-8D071B99186D}"/>
              </a:ext>
            </a:extLst>
          </p:cNvPr>
          <p:cNvSpPr>
            <a:spLocks xmlns:a="http://schemas.openxmlformats.org/drawingml/2006/main" noGrp="1"/>
          </p:cNvSpPr>
          <p:nvPr/>
        </p:nvSpPr>
        <p:spPr>
          <a:xfrm xmlns:a="http://schemas.openxmlformats.org/drawingml/2006/main">
            <a:off x="609600" y="9810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FFFFFF"/>
                </a:solidFill>
                <a:latin typeface="Arial"/>
                <a:ea typeface="Arial"/>
                <a:cs typeface="Arial"/>
              </a:defRPr>
            </a:defPPr>
            <a:lvl1pPr>
              <a:defRPr sz="3375" b="1">
                <a:solidFill>
                  <a:srgbClr val="FFFFFF"/>
                </a:solidFill>
                <a:latin typeface="Arial"/>
                <a:ea typeface="Arial"/>
                <a:cs typeface="Arial"/>
              </a:defRPr>
            </a:lvl1pPr>
            <a:lvl2pPr>
              <a:defRPr sz="3375" b="1">
                <a:solidFill>
                  <a:srgbClr val="FFFFFF"/>
                </a:solidFill>
                <a:latin typeface="Arial"/>
                <a:ea typeface="Arial"/>
                <a:cs typeface="Arial"/>
              </a:defRPr>
            </a:lvl2pPr>
            <a:lvl3pPr>
              <a:defRPr sz="3375" b="1">
                <a:solidFill>
                  <a:srgbClr val="FFFFFF"/>
                </a:solidFill>
                <a:latin typeface="Arial"/>
                <a:ea typeface="Arial"/>
                <a:cs typeface="Arial"/>
              </a:defRPr>
            </a:lvl3pPr>
            <a:lvl4pPr>
              <a:defRPr sz="3375" b="1">
                <a:solidFill>
                  <a:srgbClr val="FFFFFF"/>
                </a:solidFill>
                <a:latin typeface="Arial"/>
                <a:ea typeface="Arial"/>
                <a:cs typeface="Arial"/>
              </a:defRPr>
            </a:lvl4pPr>
            <a:lvl5pPr>
              <a:defRPr sz="3375" b="1">
                <a:solidFill>
                  <a:srgbClr val="FFFFFF"/>
                </a:solidFill>
                <a:latin typeface="Arial"/>
                <a:ea typeface="Arial"/>
                <a:cs typeface="Arial"/>
              </a:defRPr>
            </a:lvl5pPr>
            <a:lvl6pPr>
              <a:defRPr sz="3375" b="1">
                <a:solidFill>
                  <a:srgbClr val="FFFFFF"/>
                </a:solidFill>
                <a:latin typeface="Arial"/>
                <a:ea typeface="Arial"/>
                <a:cs typeface="Arial"/>
              </a:defRPr>
            </a:lvl6pPr>
            <a:lvl7pPr>
              <a:defRPr sz="3375" b="1">
                <a:solidFill>
                  <a:srgbClr val="FFFFFF"/>
                </a:solidFill>
                <a:latin typeface="Arial"/>
                <a:ea typeface="Arial"/>
                <a:cs typeface="Arial"/>
              </a:defRPr>
            </a:lvl7pPr>
            <a:lvl8pPr>
              <a:defRPr sz="3375" b="1">
                <a:solidFill>
                  <a:srgbClr val="FFFFFF"/>
                </a:solidFill>
                <a:latin typeface="Arial"/>
                <a:ea typeface="Arial"/>
                <a:cs typeface="Arial"/>
              </a:defRPr>
            </a:lvl8pPr>
            <a:lvl9pPr>
              <a:defRPr sz="3375" b="1">
                <a:solidFill>
                  <a:srgbClr val="FFFFFF"/>
                </a:solidFill>
                <a:latin typeface="Arial"/>
                <a:ea typeface="Arial"/>
                <a:cs typeface="Arial"/>
              </a:defRPr>
            </a:lvl9pPr>
          </a:lstStyle>
          <a:p xmlns:a="http://schemas.openxmlformats.org/drawingml/2006/main">
            <a:pPr>
              <a:defRPr sz="3375" b="1">
                <a:solidFill>
                  <a:srgbClr val="FFFFFF"/>
                </a:solidFill>
                <a:latin typeface="Arial"/>
                <a:ea typeface="Arial"/>
                <a:cs typeface="Arial"/>
              </a:defRPr>
            </a:pPr>
            <a:r>
              <a:rPr sz="3375" b="1">
                <a:solidFill>
                  <a:srgbClr val="FFFFFF"/>
                </a:solidFill>
                <a:latin typeface="Arial"/>
                <a:ea typeface="Arial"/>
                <a:cs typeface="Arial"/>
              </a:rPr>
              <a:t>Web workflow ready for integration</a:t>
            </a:r>
          </a:p>
        </p:txBody>
      </p:sp>
      <p:sp>
        <p:nvSpPr>
          <p:cNvPr id="3" name="">
            <a:extLst xmlns:a="http://schemas.openxmlformats.org/drawingml/2006/main">
              <a:ext uri="{FF2B5EF4-FFF2-40B4-BE49-F238E27FC236}">
                <a16:creationId xmlns:a16="http://schemas.microsoft.com/office/drawing/2014/main" id="{73D653A4-AF9D-4638-B953-8A67552EECAA}"/>
              </a:ext>
            </a:extLst>
          </p:cNvPr>
          <p:cNvSpPr>
            <a:spLocks xmlns:a="http://schemas.openxmlformats.org/drawingml/2006/main" noGrp="1"/>
          </p:cNvSpPr>
          <p:nvPr/>
        </p:nvSpPr>
        <p:spPr>
          <a:xfrm xmlns:a="http://schemas.openxmlformats.org/drawingml/2006/main">
            <a:off x="609600" y="2447925"/>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D9F89B"/>
                </a:solidFill>
                <a:latin typeface="Arial"/>
                <a:ea typeface="Arial"/>
                <a:cs typeface="Arial"/>
              </a:defRPr>
            </a:defPPr>
            <a:lvl1pPr>
              <a:defRPr sz="2325" b="1">
                <a:solidFill>
                  <a:srgbClr val="D9F89B"/>
                </a:solidFill>
                <a:latin typeface="Arial"/>
                <a:ea typeface="Arial"/>
                <a:cs typeface="Arial"/>
              </a:defRPr>
            </a:lvl1pPr>
            <a:lvl2pPr>
              <a:defRPr sz="2325" b="1">
                <a:solidFill>
                  <a:srgbClr val="D9F89B"/>
                </a:solidFill>
                <a:latin typeface="Arial"/>
                <a:ea typeface="Arial"/>
                <a:cs typeface="Arial"/>
              </a:defRPr>
            </a:lvl2pPr>
            <a:lvl3pPr>
              <a:defRPr sz="2325" b="1">
                <a:solidFill>
                  <a:srgbClr val="D9F89B"/>
                </a:solidFill>
                <a:latin typeface="Arial"/>
                <a:ea typeface="Arial"/>
                <a:cs typeface="Arial"/>
              </a:defRPr>
            </a:lvl3pPr>
            <a:lvl4pPr>
              <a:defRPr sz="2325" b="1">
                <a:solidFill>
                  <a:srgbClr val="D9F89B"/>
                </a:solidFill>
                <a:latin typeface="Arial"/>
                <a:ea typeface="Arial"/>
                <a:cs typeface="Arial"/>
              </a:defRPr>
            </a:lvl4pPr>
            <a:lvl5pPr>
              <a:defRPr sz="2325" b="1">
                <a:solidFill>
                  <a:srgbClr val="D9F89B"/>
                </a:solidFill>
                <a:latin typeface="Arial"/>
                <a:ea typeface="Arial"/>
                <a:cs typeface="Arial"/>
              </a:defRPr>
            </a:lvl5pPr>
            <a:lvl6pPr>
              <a:defRPr sz="2325" b="1">
                <a:solidFill>
                  <a:srgbClr val="D9F89B"/>
                </a:solidFill>
                <a:latin typeface="Arial"/>
                <a:ea typeface="Arial"/>
                <a:cs typeface="Arial"/>
              </a:defRPr>
            </a:lvl6pPr>
            <a:lvl7pPr>
              <a:defRPr sz="2325" b="1">
                <a:solidFill>
                  <a:srgbClr val="D9F89B"/>
                </a:solidFill>
                <a:latin typeface="Arial"/>
                <a:ea typeface="Arial"/>
                <a:cs typeface="Arial"/>
              </a:defRPr>
            </a:lvl7pPr>
            <a:lvl8pPr>
              <a:defRPr sz="2325" b="1">
                <a:solidFill>
                  <a:srgbClr val="D9F89B"/>
                </a:solidFill>
                <a:latin typeface="Arial"/>
                <a:ea typeface="Arial"/>
                <a:cs typeface="Arial"/>
              </a:defRPr>
            </a:lvl8pPr>
            <a:lvl9pPr>
              <a:defRPr sz="2325" b="1">
                <a:solidFill>
                  <a:srgbClr val="D9F89B"/>
                </a:solidFill>
                <a:latin typeface="Arial"/>
                <a:ea typeface="Arial"/>
                <a:cs typeface="Arial"/>
              </a:defRPr>
            </a:lvl9pPr>
          </a:lstStyle>
          <a:p xmlns:a="http://schemas.openxmlformats.org/drawingml/2006/main">
            <a:pPr>
              <a:defRPr sz="2325" b="1">
                <a:solidFill>
                  <a:srgbClr val="D9F89B"/>
                </a:solidFill>
                <a:latin typeface="Arial"/>
                <a:ea typeface="Arial"/>
                <a:cs typeface="Arial"/>
              </a:defRPr>
            </a:pPr>
            <a:r>
              <a:rPr sz="2325" b="1">
                <a:solidFill>
                  <a:srgbClr val="D9F89B"/>
                </a:solidFill>
                <a:latin typeface="Arial"/>
                <a:ea typeface="Arial"/>
                <a:cs typeface="Arial"/>
              </a:rPr>
              <a:t>Implemented</a:t>
            </a:r>
          </a:p>
        </p:txBody>
      </p:sp>
      <p:sp>
        <p:nvSpPr>
          <p:cNvPr id="4" name="">
            <a:extLst xmlns:a="http://schemas.openxmlformats.org/drawingml/2006/main">
              <a:ext uri="{FF2B5EF4-FFF2-40B4-BE49-F238E27FC236}">
                <a16:creationId xmlns:a16="http://schemas.microsoft.com/office/drawing/2014/main" id="{0EEB61EB-60DF-41E6-B157-58906F18434A}"/>
              </a:ext>
            </a:extLst>
          </p:cNvPr>
          <p:cNvSpPr>
            <a:spLocks xmlns:a="http://schemas.openxmlformats.org/drawingml/2006/main" noGrp="1"/>
          </p:cNvSpPr>
          <p:nvPr/>
        </p:nvSpPr>
        <p:spPr>
          <a:xfrm xmlns:a="http://schemas.openxmlformats.org/drawingml/2006/main">
            <a:off x="609600" y="323850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2DECB"/>
                </a:solidFill>
                <a:latin typeface="Arial"/>
                <a:ea typeface="Arial"/>
                <a:cs typeface="Arial"/>
              </a:defRPr>
            </a:defPPr>
            <a:lvl1pPr>
              <a:defRPr sz="2100" b="0">
                <a:solidFill>
                  <a:srgbClr val="D2DECB"/>
                </a:solidFill>
                <a:latin typeface="Arial"/>
                <a:ea typeface="Arial"/>
                <a:cs typeface="Arial"/>
              </a:defRPr>
            </a:lvl1pPr>
            <a:lvl2pPr>
              <a:defRPr sz="2100" b="0">
                <a:solidFill>
                  <a:srgbClr val="D2DECB"/>
                </a:solidFill>
                <a:latin typeface="Arial"/>
                <a:ea typeface="Arial"/>
                <a:cs typeface="Arial"/>
              </a:defRPr>
            </a:lvl2pPr>
            <a:lvl3pPr>
              <a:defRPr sz="2100" b="0">
                <a:solidFill>
                  <a:srgbClr val="D2DECB"/>
                </a:solidFill>
                <a:latin typeface="Arial"/>
                <a:ea typeface="Arial"/>
                <a:cs typeface="Arial"/>
              </a:defRPr>
            </a:lvl3pPr>
            <a:lvl4pPr>
              <a:defRPr sz="2100" b="0">
                <a:solidFill>
                  <a:srgbClr val="D2DECB"/>
                </a:solidFill>
                <a:latin typeface="Arial"/>
                <a:ea typeface="Arial"/>
                <a:cs typeface="Arial"/>
              </a:defRPr>
            </a:lvl4pPr>
            <a:lvl5pPr>
              <a:defRPr sz="2100" b="0">
                <a:solidFill>
                  <a:srgbClr val="D2DECB"/>
                </a:solidFill>
                <a:latin typeface="Arial"/>
                <a:ea typeface="Arial"/>
                <a:cs typeface="Arial"/>
              </a:defRPr>
            </a:lvl5pPr>
            <a:lvl6pPr>
              <a:defRPr sz="2100" b="0">
                <a:solidFill>
                  <a:srgbClr val="D2DECB"/>
                </a:solidFill>
                <a:latin typeface="Arial"/>
                <a:ea typeface="Arial"/>
                <a:cs typeface="Arial"/>
              </a:defRPr>
            </a:lvl6pPr>
            <a:lvl7pPr>
              <a:defRPr sz="2100" b="0">
                <a:solidFill>
                  <a:srgbClr val="D2DECB"/>
                </a:solidFill>
                <a:latin typeface="Arial"/>
                <a:ea typeface="Arial"/>
                <a:cs typeface="Arial"/>
              </a:defRPr>
            </a:lvl7pPr>
            <a:lvl8pPr>
              <a:defRPr sz="2100" b="0">
                <a:solidFill>
                  <a:srgbClr val="D2DECB"/>
                </a:solidFill>
                <a:latin typeface="Arial"/>
                <a:ea typeface="Arial"/>
                <a:cs typeface="Arial"/>
              </a:defRPr>
            </a:lvl8pPr>
            <a:lvl9pPr>
              <a:defRPr sz="2100" b="0">
                <a:solidFill>
                  <a:srgbClr val="D2DECB"/>
                </a:solidFill>
                <a:latin typeface="Arial"/>
                <a:ea typeface="Arial"/>
                <a:cs typeface="Arial"/>
              </a:defRPr>
            </a:lvl9pPr>
          </a:lstStyle>
          <a:p xmlns:a="http://schemas.openxmlformats.org/drawingml/2006/main">
            <a:pPr>
              <a:defRPr sz="2100" b="0">
                <a:solidFill>
                  <a:srgbClr val="D2DECB"/>
                </a:solidFill>
                <a:latin typeface="Arial"/>
                <a:ea typeface="Arial"/>
                <a:cs typeface="Arial"/>
              </a:defRPr>
            </a:pPr>
            <a:r>
              <a:rPr sz="2100" b="0">
                <a:solidFill>
                  <a:srgbClr val="D2DECB"/>
                </a:solidFill>
                <a:latin typeface="Arial"/>
                <a:ea typeface="Arial"/>
                <a:cs typeface="Arial"/>
              </a:rPr>
              <a:t>Next.js operator workspace</a:t>
            </a:r>
          </a:p>
          <a:p xmlns:a="http://schemas.openxmlformats.org/drawingml/2006/main">
            <a:pPr>
              <a:defRPr sz="2100" b="0">
                <a:solidFill>
                  <a:srgbClr val="D2DECB"/>
                </a:solidFill>
                <a:latin typeface="Arial"/>
                <a:ea typeface="Arial"/>
                <a:cs typeface="Arial"/>
              </a:defRPr>
            </a:pPr>
            <a:r>
              <a:rPr sz="2100" b="0">
                <a:solidFill>
                  <a:srgbClr val="D2DECB"/>
                </a:solidFill>
                <a:latin typeface="Arial"/>
                <a:ea typeface="Arial"/>
                <a:cs typeface="Arial"/>
              </a:rPr>
              <a:t>Typed client and server proxy</a:t>
            </a:r>
          </a:p>
          <a:p xmlns:a="http://schemas.openxmlformats.org/drawingml/2006/main">
            <a:pPr>
              <a:defRPr sz="2100" b="0">
                <a:solidFill>
                  <a:srgbClr val="D2DECB"/>
                </a:solidFill>
                <a:latin typeface="Arial"/>
                <a:ea typeface="Arial"/>
                <a:cs typeface="Arial"/>
              </a:defRPr>
            </a:pPr>
            <a:r>
              <a:rPr sz="2100" b="0">
                <a:solidFill>
                  <a:srgbClr val="D2DECB"/>
                </a:solidFill>
                <a:latin typeface="Arial"/>
                <a:ea typeface="Arial"/>
                <a:cs typeface="Arial"/>
              </a:rPr>
              <a:t>Explicit disposable demo</a:t>
            </a:r>
          </a:p>
        </p:txBody>
      </p:sp>
      <p:sp>
        <p:nvSpPr>
          <p:cNvPr id="5" name="">
            <a:extLst xmlns:a="http://schemas.openxmlformats.org/drawingml/2006/main">
              <a:ext uri="{FF2B5EF4-FFF2-40B4-BE49-F238E27FC236}">
                <a16:creationId xmlns:a16="http://schemas.microsoft.com/office/drawing/2014/main" id="{19E25AE7-883D-4CFE-93AC-AF275712DA00}"/>
              </a:ext>
            </a:extLst>
          </p:cNvPr>
          <p:cNvSpPr>
            <a:spLocks xmlns:a="http://schemas.openxmlformats.org/drawingml/2006/main" noGrp="1"/>
          </p:cNvSpPr>
          <p:nvPr/>
        </p:nvSpPr>
        <p:spPr>
          <a:xfrm xmlns:a="http://schemas.openxmlformats.org/drawingml/2006/main">
            <a:off x="6610350" y="244792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D9F89B"/>
                </a:solidFill>
                <a:latin typeface="Arial"/>
                <a:ea typeface="Arial"/>
                <a:cs typeface="Arial"/>
              </a:defRPr>
            </a:defPPr>
            <a:lvl1pPr>
              <a:defRPr sz="2325" b="1">
                <a:solidFill>
                  <a:srgbClr val="D9F89B"/>
                </a:solidFill>
                <a:latin typeface="Arial"/>
                <a:ea typeface="Arial"/>
                <a:cs typeface="Arial"/>
              </a:defRPr>
            </a:lvl1pPr>
            <a:lvl2pPr>
              <a:defRPr sz="2325" b="1">
                <a:solidFill>
                  <a:srgbClr val="D9F89B"/>
                </a:solidFill>
                <a:latin typeface="Arial"/>
                <a:ea typeface="Arial"/>
                <a:cs typeface="Arial"/>
              </a:defRPr>
            </a:lvl2pPr>
            <a:lvl3pPr>
              <a:defRPr sz="2325" b="1">
                <a:solidFill>
                  <a:srgbClr val="D9F89B"/>
                </a:solidFill>
                <a:latin typeface="Arial"/>
                <a:ea typeface="Arial"/>
                <a:cs typeface="Arial"/>
              </a:defRPr>
            </a:lvl3pPr>
            <a:lvl4pPr>
              <a:defRPr sz="2325" b="1">
                <a:solidFill>
                  <a:srgbClr val="D9F89B"/>
                </a:solidFill>
                <a:latin typeface="Arial"/>
                <a:ea typeface="Arial"/>
                <a:cs typeface="Arial"/>
              </a:defRPr>
            </a:lvl4pPr>
            <a:lvl5pPr>
              <a:defRPr sz="2325" b="1">
                <a:solidFill>
                  <a:srgbClr val="D9F89B"/>
                </a:solidFill>
                <a:latin typeface="Arial"/>
                <a:ea typeface="Arial"/>
                <a:cs typeface="Arial"/>
              </a:defRPr>
            </a:lvl5pPr>
            <a:lvl6pPr>
              <a:defRPr sz="2325" b="1">
                <a:solidFill>
                  <a:srgbClr val="D9F89B"/>
                </a:solidFill>
                <a:latin typeface="Arial"/>
                <a:ea typeface="Arial"/>
                <a:cs typeface="Arial"/>
              </a:defRPr>
            </a:lvl6pPr>
            <a:lvl7pPr>
              <a:defRPr sz="2325" b="1">
                <a:solidFill>
                  <a:srgbClr val="D9F89B"/>
                </a:solidFill>
                <a:latin typeface="Arial"/>
                <a:ea typeface="Arial"/>
                <a:cs typeface="Arial"/>
              </a:defRPr>
            </a:lvl7pPr>
            <a:lvl8pPr>
              <a:defRPr sz="2325" b="1">
                <a:solidFill>
                  <a:srgbClr val="D9F89B"/>
                </a:solidFill>
                <a:latin typeface="Arial"/>
                <a:ea typeface="Arial"/>
                <a:cs typeface="Arial"/>
              </a:defRPr>
            </a:lvl8pPr>
            <a:lvl9pPr>
              <a:defRPr sz="2325" b="1">
                <a:solidFill>
                  <a:srgbClr val="D9F89B"/>
                </a:solidFill>
                <a:latin typeface="Arial"/>
                <a:ea typeface="Arial"/>
                <a:cs typeface="Arial"/>
              </a:defRPr>
            </a:lvl9pPr>
          </a:lstStyle>
          <a:p xmlns:a="http://schemas.openxmlformats.org/drawingml/2006/main">
            <a:pPr>
              <a:defRPr sz="2325" b="1">
                <a:solidFill>
                  <a:srgbClr val="D9F89B"/>
                </a:solidFill>
                <a:latin typeface="Arial"/>
                <a:ea typeface="Arial"/>
                <a:cs typeface="Arial"/>
              </a:defRPr>
            </a:pPr>
            <a:r>
              <a:rPr sz="2325" b="1">
                <a:solidFill>
                  <a:srgbClr val="D9F89B"/>
                </a:solidFill>
                <a:latin typeface="Arial"/>
                <a:ea typeface="Arial"/>
                <a:cs typeface="Arial"/>
              </a:rPr>
              <a:t>Pending backend evidence</a:t>
            </a:r>
          </a:p>
        </p:txBody>
      </p:sp>
      <p:sp>
        <p:nvSpPr>
          <p:cNvPr id="6" name="">
            <a:extLst xmlns:a="http://schemas.openxmlformats.org/drawingml/2006/main">
              <a:ext uri="{FF2B5EF4-FFF2-40B4-BE49-F238E27FC236}">
                <a16:creationId xmlns:a16="http://schemas.microsoft.com/office/drawing/2014/main" id="{A1D37E44-4291-4F8C-BB13-38B795273C4A}"/>
              </a:ext>
            </a:extLst>
          </p:cNvPr>
          <p:cNvSpPr>
            <a:spLocks xmlns:a="http://schemas.openxmlformats.org/drawingml/2006/main" noGrp="1"/>
          </p:cNvSpPr>
          <p:nvPr/>
        </p:nvSpPr>
        <p:spPr>
          <a:xfrm xmlns:a="http://schemas.openxmlformats.org/drawingml/2006/main">
            <a:off x="6610350" y="3238500"/>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D2DECB"/>
                </a:solidFill>
                <a:latin typeface="Arial"/>
                <a:ea typeface="Arial"/>
                <a:cs typeface="Arial"/>
              </a:defRPr>
            </a:defPPr>
            <a:lvl1pPr>
              <a:defRPr sz="2100" b="0">
                <a:solidFill>
                  <a:srgbClr val="D2DECB"/>
                </a:solidFill>
                <a:latin typeface="Arial"/>
                <a:ea typeface="Arial"/>
                <a:cs typeface="Arial"/>
              </a:defRPr>
            </a:lvl1pPr>
            <a:lvl2pPr>
              <a:defRPr sz="2100" b="0">
                <a:solidFill>
                  <a:srgbClr val="D2DECB"/>
                </a:solidFill>
                <a:latin typeface="Arial"/>
                <a:ea typeface="Arial"/>
                <a:cs typeface="Arial"/>
              </a:defRPr>
            </a:lvl2pPr>
            <a:lvl3pPr>
              <a:defRPr sz="2100" b="0">
                <a:solidFill>
                  <a:srgbClr val="D2DECB"/>
                </a:solidFill>
                <a:latin typeface="Arial"/>
                <a:ea typeface="Arial"/>
                <a:cs typeface="Arial"/>
              </a:defRPr>
            </a:lvl3pPr>
            <a:lvl4pPr>
              <a:defRPr sz="2100" b="0">
                <a:solidFill>
                  <a:srgbClr val="D2DECB"/>
                </a:solidFill>
                <a:latin typeface="Arial"/>
                <a:ea typeface="Arial"/>
                <a:cs typeface="Arial"/>
              </a:defRPr>
            </a:lvl4pPr>
            <a:lvl5pPr>
              <a:defRPr sz="2100" b="0">
                <a:solidFill>
                  <a:srgbClr val="D2DECB"/>
                </a:solidFill>
                <a:latin typeface="Arial"/>
                <a:ea typeface="Arial"/>
                <a:cs typeface="Arial"/>
              </a:defRPr>
            </a:lvl5pPr>
            <a:lvl6pPr>
              <a:defRPr sz="2100" b="0">
                <a:solidFill>
                  <a:srgbClr val="D2DECB"/>
                </a:solidFill>
                <a:latin typeface="Arial"/>
                <a:ea typeface="Arial"/>
                <a:cs typeface="Arial"/>
              </a:defRPr>
            </a:lvl6pPr>
            <a:lvl7pPr>
              <a:defRPr sz="2100" b="0">
                <a:solidFill>
                  <a:srgbClr val="D2DECB"/>
                </a:solidFill>
                <a:latin typeface="Arial"/>
                <a:ea typeface="Arial"/>
                <a:cs typeface="Arial"/>
              </a:defRPr>
            </a:lvl7pPr>
            <a:lvl8pPr>
              <a:defRPr sz="2100" b="0">
                <a:solidFill>
                  <a:srgbClr val="D2DECB"/>
                </a:solidFill>
                <a:latin typeface="Arial"/>
                <a:ea typeface="Arial"/>
                <a:cs typeface="Arial"/>
              </a:defRPr>
            </a:lvl8pPr>
            <a:lvl9pPr>
              <a:defRPr sz="2100" b="0">
                <a:solidFill>
                  <a:srgbClr val="D2DECB"/>
                </a:solidFill>
                <a:latin typeface="Arial"/>
                <a:ea typeface="Arial"/>
                <a:cs typeface="Arial"/>
              </a:defRPr>
            </a:lvl9pPr>
          </a:lstStyle>
          <a:p xmlns:a="http://schemas.openxmlformats.org/drawingml/2006/main">
            <a:pPr>
              <a:defRPr sz="2100" b="0">
                <a:solidFill>
                  <a:srgbClr val="D2DECB"/>
                </a:solidFill>
                <a:latin typeface="Arial"/>
                <a:ea typeface="Arial"/>
                <a:cs typeface="Arial"/>
              </a:defRPr>
            </a:pPr>
            <a:r>
              <a:rPr sz="2100" b="0">
                <a:solidFill>
                  <a:srgbClr val="D2DECB"/>
                </a:solidFill>
                <a:latin typeface="Arial"/>
                <a:ea typeface="Arial"/>
                <a:cs typeface="Arial"/>
              </a:rPr>
              <a:t>Confirmed FastAPI contract</a:t>
            </a:r>
          </a:p>
          <a:p xmlns:a="http://schemas.openxmlformats.org/drawingml/2006/main">
            <a:pPr>
              <a:defRPr sz="2100" b="0">
                <a:solidFill>
                  <a:srgbClr val="D2DECB"/>
                </a:solidFill>
                <a:latin typeface="Arial"/>
                <a:ea typeface="Arial"/>
                <a:cs typeface="Arial"/>
              </a:defRPr>
            </a:pPr>
            <a:r>
              <a:rPr sz="2100" b="0">
                <a:solidFill>
                  <a:srgbClr val="D2DECB"/>
                </a:solidFill>
                <a:latin typeface="Arial"/>
                <a:ea typeface="Arial"/>
                <a:cs typeface="Arial"/>
              </a:rPr>
              <a:t>Real AMD / ROCm inference run</a:t>
            </a:r>
          </a:p>
          <a:p xmlns:a="http://schemas.openxmlformats.org/drawingml/2006/main">
            <a:pPr>
              <a:defRPr sz="2100" b="0">
                <a:solidFill>
                  <a:srgbClr val="D2DECB"/>
                </a:solidFill>
                <a:latin typeface="Arial"/>
                <a:ea typeface="Arial"/>
                <a:cs typeface="Arial"/>
              </a:defRPr>
            </a:pPr>
            <a:r>
              <a:rPr sz="2100" b="0">
                <a:solidFill>
                  <a:srgbClr val="D2DECB"/>
                </a:solidFill>
                <a:latin typeface="Arial"/>
                <a:ea typeface="Arial"/>
                <a:cs typeface="Arial"/>
              </a:rPr>
              <a:t>Live inspection and update validation</a:t>
            </a:r>
          </a:p>
        </p:txBody>
      </p:sp>
      <p:sp>
        <p:nvSpPr>
          <p:cNvPr id="7" name="">
            <a:extLst xmlns:a="http://schemas.openxmlformats.org/drawingml/2006/main">
              <a:ext uri="{FF2B5EF4-FFF2-40B4-BE49-F238E27FC236}">
                <a16:creationId xmlns:a16="http://schemas.microsoft.com/office/drawing/2014/main" id="{2277D5DB-A28F-4501-989D-4D15CABAC962}"/>
              </a:ext>
            </a:extLst>
          </p:cNvPr>
          <p:cNvSpPr>
            <a:spLocks xmlns:a="http://schemas.openxmlformats.org/drawingml/2006/main" noGrp="1"/>
          </p:cNvSpPr>
          <p:nvPr/>
        </p:nvSpPr>
        <p:spPr>
          <a:xfrm xmlns:a="http://schemas.openxmlformats.org/drawingml/2006/main">
            <a:off x="609600" y="57054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8CBA9"/>
                </a:solidFill>
                <a:latin typeface="Arial"/>
                <a:ea typeface="Arial"/>
                <a:cs typeface="Arial"/>
              </a:defRPr>
            </a:defPPr>
            <a:lvl1pPr>
              <a:defRPr sz="1800" b="0">
                <a:solidFill>
                  <a:srgbClr val="B8CBA9"/>
                </a:solidFill>
                <a:latin typeface="Arial"/>
                <a:ea typeface="Arial"/>
                <a:cs typeface="Arial"/>
              </a:defRPr>
            </a:lvl1pPr>
            <a:lvl2pPr>
              <a:defRPr sz="1800" b="0">
                <a:solidFill>
                  <a:srgbClr val="B8CBA9"/>
                </a:solidFill>
                <a:latin typeface="Arial"/>
                <a:ea typeface="Arial"/>
                <a:cs typeface="Arial"/>
              </a:defRPr>
            </a:lvl2pPr>
            <a:lvl3pPr>
              <a:defRPr sz="1800" b="0">
                <a:solidFill>
                  <a:srgbClr val="B8CBA9"/>
                </a:solidFill>
                <a:latin typeface="Arial"/>
                <a:ea typeface="Arial"/>
                <a:cs typeface="Arial"/>
              </a:defRPr>
            </a:lvl3pPr>
            <a:lvl4pPr>
              <a:defRPr sz="1800" b="0">
                <a:solidFill>
                  <a:srgbClr val="B8CBA9"/>
                </a:solidFill>
                <a:latin typeface="Arial"/>
                <a:ea typeface="Arial"/>
                <a:cs typeface="Arial"/>
              </a:defRPr>
            </a:lvl4pPr>
            <a:lvl5pPr>
              <a:defRPr sz="1800" b="0">
                <a:solidFill>
                  <a:srgbClr val="B8CBA9"/>
                </a:solidFill>
                <a:latin typeface="Arial"/>
                <a:ea typeface="Arial"/>
                <a:cs typeface="Arial"/>
              </a:defRPr>
            </a:lvl5pPr>
            <a:lvl6pPr>
              <a:defRPr sz="1800" b="0">
                <a:solidFill>
                  <a:srgbClr val="B8CBA9"/>
                </a:solidFill>
                <a:latin typeface="Arial"/>
                <a:ea typeface="Arial"/>
                <a:cs typeface="Arial"/>
              </a:defRPr>
            </a:lvl6pPr>
            <a:lvl7pPr>
              <a:defRPr sz="1800" b="0">
                <a:solidFill>
                  <a:srgbClr val="B8CBA9"/>
                </a:solidFill>
                <a:latin typeface="Arial"/>
                <a:ea typeface="Arial"/>
                <a:cs typeface="Arial"/>
              </a:defRPr>
            </a:lvl7pPr>
            <a:lvl8pPr>
              <a:defRPr sz="1800" b="0">
                <a:solidFill>
                  <a:srgbClr val="B8CBA9"/>
                </a:solidFill>
                <a:latin typeface="Arial"/>
                <a:ea typeface="Arial"/>
                <a:cs typeface="Arial"/>
              </a:defRPr>
            </a:lvl8pPr>
            <a:lvl9pPr>
              <a:defRPr sz="1800" b="0">
                <a:solidFill>
                  <a:srgbClr val="B8CBA9"/>
                </a:solidFill>
                <a:latin typeface="Arial"/>
                <a:ea typeface="Arial"/>
                <a:cs typeface="Arial"/>
              </a:defRPr>
            </a:lvl9pPr>
          </a:lstStyle>
          <a:p xmlns:a="http://schemas.openxmlformats.org/drawingml/2006/main">
            <a:pPr>
              <a:defRPr sz="1800" b="0">
                <a:solidFill>
                  <a:srgbClr val="B8CBA9"/>
                </a:solidFill>
                <a:latin typeface="Arial"/>
                <a:ea typeface="Arial"/>
                <a:cs typeface="Arial"/>
              </a:defRPr>
            </a:pPr>
            <a:r>
              <a:rPr sz="1800" b="0">
                <a:solidFill>
                  <a:srgbClr val="B8CBA9"/>
                </a:solidFill>
                <a:latin typeface="Arial"/>
                <a:ea typeface="Arial"/>
                <a:cs typeface="Arial"/>
              </a:rPr>
              <a:t>Versions, comparison and rollback appear only when supported by the service.</a:t>
            </a:r>
          </a:p>
        </p:txBody>
      </p:sp>
    </p:spTree>
    <p:extLst>
      <p:ext uri="{BB962C8B-B14F-4D97-AF65-F5344CB8AC3E}">
        <p14:creationId xmlns:p14="http://schemas.microsoft.com/office/powerpoint/2010/main" val="15279862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2026-10-17T18:08:15.6710000Z</dcterms:created>
  <dcterms:modified xsi:type="dcterms:W3CDTF">2026-10-17T18:08:15.6710000Z</dcterms:modified>
</coreProperties>
</file>